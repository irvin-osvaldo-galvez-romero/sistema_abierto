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1" r:id="rId1"/>
    <p:sldMasterId id="2147483648" r:id="rId2"/>
  </p:sldMasterIdLst>
  <p:notesMasterIdLst>
    <p:notesMasterId r:id="rId14"/>
  </p:notesMasterIdLst>
  <p:sldIdLst>
    <p:sldId id="583" r:id="rId3"/>
    <p:sldId id="585" r:id="rId4"/>
    <p:sldId id="586" r:id="rId5"/>
    <p:sldId id="588" r:id="rId6"/>
    <p:sldId id="589" r:id="rId7"/>
    <p:sldId id="591" r:id="rId8"/>
    <p:sldId id="592" r:id="rId9"/>
    <p:sldId id="593" r:id="rId10"/>
    <p:sldId id="597" r:id="rId11"/>
    <p:sldId id="594" r:id="rId12"/>
    <p:sldId id="59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sin título" id="{E6473154-BB8F-4283-B285-384CF58FC380}">
          <p14:sldIdLst>
            <p14:sldId id="583"/>
            <p14:sldId id="585"/>
            <p14:sldId id="586"/>
            <p14:sldId id="588"/>
            <p14:sldId id="589"/>
            <p14:sldId id="591"/>
            <p14:sldId id="592"/>
            <p14:sldId id="593"/>
            <p14:sldId id="597"/>
            <p14:sldId id="594"/>
            <p14:sldId id="5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2035"/>
    <a:srgbClr val="D8C4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 /><Relationship Id="rId13" Type="http://schemas.openxmlformats.org/officeDocument/2006/relationships/slide" Target="slides/slide11.xml" /><Relationship Id="rId18" Type="http://schemas.openxmlformats.org/officeDocument/2006/relationships/tableStyles" Target="tableStyles.xml" /><Relationship Id="rId3" Type="http://schemas.openxmlformats.org/officeDocument/2006/relationships/slide" Target="slides/slide1.xml" /><Relationship Id="rId7" Type="http://schemas.openxmlformats.org/officeDocument/2006/relationships/slide" Target="slides/slide5.xml" /><Relationship Id="rId12" Type="http://schemas.openxmlformats.org/officeDocument/2006/relationships/slide" Target="slides/slide10.xml" /><Relationship Id="rId17" Type="http://schemas.openxmlformats.org/officeDocument/2006/relationships/theme" Target="theme/theme1.xml" /><Relationship Id="rId2" Type="http://schemas.openxmlformats.org/officeDocument/2006/relationships/slideMaster" Target="slideMasters/slideMaster2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4.xml" /><Relationship Id="rId11" Type="http://schemas.openxmlformats.org/officeDocument/2006/relationships/slide" Target="slides/slide9.xml" /><Relationship Id="rId5" Type="http://schemas.openxmlformats.org/officeDocument/2006/relationships/slide" Target="slides/slide3.xml" /><Relationship Id="rId15" Type="http://schemas.openxmlformats.org/officeDocument/2006/relationships/presProps" Target="presProps.xml" /><Relationship Id="rId10" Type="http://schemas.openxmlformats.org/officeDocument/2006/relationships/slide" Target="slides/slide8.xml" /><Relationship Id="rId4" Type="http://schemas.openxmlformats.org/officeDocument/2006/relationships/slide" Target="slides/slide2.xml" /><Relationship Id="rId9" Type="http://schemas.openxmlformats.org/officeDocument/2006/relationships/slide" Target="slides/slide7.xml" /><Relationship Id="rId14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F1E012-9EDD-404D-9365-23EA7B621358}" type="datetimeFigureOut">
              <a:rPr lang="es-MX" smtClean="0"/>
              <a:t>03/12/2025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C65314-2C2E-480B-B85C-652B8DBE50A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57456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65314-2C2E-480B-B85C-652B8DBE50AF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13035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CD8E6-7C84-4838-88F8-4F20A7CC0C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CC010C-4311-4FBE-ABCB-2EBC83F08D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0FCB3-FF43-4E5D-8AE2-D9E25BF4B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557B6-00CB-4731-BBB8-CD30BB5C427B}" type="datetimeFigureOut">
              <a:rPr lang="es-MX" smtClean="0"/>
              <a:t>03/12/2025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9BB78-D8D7-452F-BA45-A64A9A78F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A2ED1-BD1E-47A3-A4A3-362D4428A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B2809-D23E-47B8-BDEB-6C40C3F8587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52594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5290A-A5EC-46F8-BBF9-E8479C9B3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C6218-BD36-4591-9112-E96B9816B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290CA-1B96-4E94-8E08-7271810A2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557B6-00CB-4731-BBB8-CD30BB5C427B}" type="datetimeFigureOut">
              <a:rPr lang="es-MX" smtClean="0"/>
              <a:t>03/12/2025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1B4A3-3BA7-4E09-A2E3-8A1AB5EE2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3CB3B6-7E71-4DC8-BE21-2DAF4B817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B2809-D23E-47B8-BDEB-6C40C3F8587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22710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7103AAB-78D6-457B-91DA-DB590EF08D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5393635" cy="6858000"/>
          </a:xfrm>
          <a:custGeom>
            <a:avLst/>
            <a:gdLst>
              <a:gd name="connsiteX0" fmla="*/ 0 w 6604000"/>
              <a:gd name="connsiteY0" fmla="*/ 0 h 6858000"/>
              <a:gd name="connsiteX1" fmla="*/ 6604000 w 6604000"/>
              <a:gd name="connsiteY1" fmla="*/ 0 h 6858000"/>
              <a:gd name="connsiteX2" fmla="*/ 6604000 w 6604000"/>
              <a:gd name="connsiteY2" fmla="*/ 6858000 h 6858000"/>
              <a:gd name="connsiteX3" fmla="*/ 0 w 6604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04000" h="6858000">
                <a:moveTo>
                  <a:pt x="0" y="0"/>
                </a:moveTo>
                <a:lnTo>
                  <a:pt x="6604000" y="0"/>
                </a:lnTo>
                <a:lnTo>
                  <a:pt x="6604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s-ES"/>
              <a:t>Haga clic en el icono para agregar una imagen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902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CF026C-D504-4CE8-85B5-41AB88AE9FD0}"/>
              </a:ext>
            </a:extLst>
          </p:cNvPr>
          <p:cNvSpPr/>
          <p:nvPr/>
        </p:nvSpPr>
        <p:spPr>
          <a:xfrm>
            <a:off x="7261412" y="0"/>
            <a:ext cx="4930588" cy="51502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" panose="020B0606030504020204" pitchFamily="34" charset="0"/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F124E34-BF48-4895-8B78-E02A6897597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54094" y="1379314"/>
            <a:ext cx="4203510" cy="5478686"/>
          </a:xfrm>
          <a:custGeom>
            <a:avLst/>
            <a:gdLst>
              <a:gd name="connsiteX0" fmla="*/ 0 w 4203510"/>
              <a:gd name="connsiteY0" fmla="*/ 0 h 4073856"/>
              <a:gd name="connsiteX1" fmla="*/ 4203510 w 4203510"/>
              <a:gd name="connsiteY1" fmla="*/ 0 h 4073856"/>
              <a:gd name="connsiteX2" fmla="*/ 4203510 w 4203510"/>
              <a:gd name="connsiteY2" fmla="*/ 4073856 h 4073856"/>
              <a:gd name="connsiteX3" fmla="*/ 0 w 4203510"/>
              <a:gd name="connsiteY3" fmla="*/ 4073856 h 4073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3510" h="4073856">
                <a:moveTo>
                  <a:pt x="0" y="0"/>
                </a:moveTo>
                <a:lnTo>
                  <a:pt x="4203510" y="0"/>
                </a:lnTo>
                <a:lnTo>
                  <a:pt x="4203510" y="4073856"/>
                </a:lnTo>
                <a:lnTo>
                  <a:pt x="0" y="407385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s-ES"/>
              <a:t>Haga clic en el icono para agregar una imagen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901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4951A15-00F6-4E4F-BD82-04E61003024B}"/>
              </a:ext>
            </a:extLst>
          </p:cNvPr>
          <p:cNvSpPr/>
          <p:nvPr/>
        </p:nvSpPr>
        <p:spPr>
          <a:xfrm>
            <a:off x="578225" y="0"/>
            <a:ext cx="1161377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" panose="020B0606030504020204" pitchFamily="34" charset="0"/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3603B33-15A3-4636-A2BF-80496F4074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21217" y="685748"/>
            <a:ext cx="4103125" cy="6172252"/>
          </a:xfrm>
          <a:custGeom>
            <a:avLst/>
            <a:gdLst>
              <a:gd name="connsiteX0" fmla="*/ 0 w 4180114"/>
              <a:gd name="connsiteY0" fmla="*/ 0 h 4746171"/>
              <a:gd name="connsiteX1" fmla="*/ 4180114 w 4180114"/>
              <a:gd name="connsiteY1" fmla="*/ 0 h 4746171"/>
              <a:gd name="connsiteX2" fmla="*/ 4180114 w 4180114"/>
              <a:gd name="connsiteY2" fmla="*/ 4746171 h 4746171"/>
              <a:gd name="connsiteX3" fmla="*/ 0 w 4180114"/>
              <a:gd name="connsiteY3" fmla="*/ 4746171 h 4746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0114" h="4746171">
                <a:moveTo>
                  <a:pt x="0" y="0"/>
                </a:moveTo>
                <a:lnTo>
                  <a:pt x="4180114" y="0"/>
                </a:lnTo>
                <a:lnTo>
                  <a:pt x="4180114" y="4746171"/>
                </a:lnTo>
                <a:lnTo>
                  <a:pt x="0" y="474617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s-ES"/>
              <a:t>Haga clic en el icono para agregar una imagen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798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B115951-736A-456E-9F1C-C14EF1969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14331" y="0"/>
            <a:ext cx="4108173" cy="6135757"/>
          </a:xfrm>
          <a:custGeom>
            <a:avLst/>
            <a:gdLst>
              <a:gd name="connsiteX0" fmla="*/ 0 w 2793863"/>
              <a:gd name="connsiteY0" fmla="*/ 0 h 6291618"/>
              <a:gd name="connsiteX1" fmla="*/ 2793863 w 2793863"/>
              <a:gd name="connsiteY1" fmla="*/ 0 h 6291618"/>
              <a:gd name="connsiteX2" fmla="*/ 2793863 w 2793863"/>
              <a:gd name="connsiteY2" fmla="*/ 6291618 h 6291618"/>
              <a:gd name="connsiteX3" fmla="*/ 0 w 2793863"/>
              <a:gd name="connsiteY3" fmla="*/ 6291618 h 6291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93863" h="6291618">
                <a:moveTo>
                  <a:pt x="0" y="0"/>
                </a:moveTo>
                <a:lnTo>
                  <a:pt x="2793863" y="0"/>
                </a:lnTo>
                <a:lnTo>
                  <a:pt x="2793863" y="6291618"/>
                </a:lnTo>
                <a:lnTo>
                  <a:pt x="0" y="629161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s-ES"/>
              <a:t>Haga clic en el icono para agregar una imagen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90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E3E826C-00FF-49A1-AC3F-D7CBEC702783}"/>
              </a:ext>
            </a:extLst>
          </p:cNvPr>
          <p:cNvSpPr/>
          <p:nvPr/>
        </p:nvSpPr>
        <p:spPr>
          <a:xfrm>
            <a:off x="0" y="0"/>
            <a:ext cx="3419061" cy="490330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" panose="020B0606030504020204" pitchFamily="34" charset="0"/>
            </a:endParaRP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0A044FB-9D95-4950-A4AE-D70D7D82B77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62819" y="1111606"/>
            <a:ext cx="3023651" cy="4979424"/>
          </a:xfrm>
          <a:custGeom>
            <a:avLst/>
            <a:gdLst>
              <a:gd name="connsiteX0" fmla="*/ 0 w 3600735"/>
              <a:gd name="connsiteY0" fmla="*/ 0 h 2531406"/>
              <a:gd name="connsiteX1" fmla="*/ 3600735 w 3600735"/>
              <a:gd name="connsiteY1" fmla="*/ 0 h 2531406"/>
              <a:gd name="connsiteX2" fmla="*/ 3600735 w 3600735"/>
              <a:gd name="connsiteY2" fmla="*/ 2531406 h 2531406"/>
              <a:gd name="connsiteX3" fmla="*/ 0 w 3600735"/>
              <a:gd name="connsiteY3" fmla="*/ 2531406 h 2531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735" h="2531406">
                <a:moveTo>
                  <a:pt x="0" y="0"/>
                </a:moveTo>
                <a:lnTo>
                  <a:pt x="3600735" y="0"/>
                </a:lnTo>
                <a:lnTo>
                  <a:pt x="3600735" y="2531406"/>
                </a:lnTo>
                <a:lnTo>
                  <a:pt x="0" y="253140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3A9F97F-4BB9-4089-A9D7-FCB3E28F7E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11757" y="1111606"/>
            <a:ext cx="7580243" cy="2531406"/>
          </a:xfrm>
          <a:custGeom>
            <a:avLst/>
            <a:gdLst>
              <a:gd name="connsiteX0" fmla="*/ 0 w 3600735"/>
              <a:gd name="connsiteY0" fmla="*/ 0 h 2531406"/>
              <a:gd name="connsiteX1" fmla="*/ 3600735 w 3600735"/>
              <a:gd name="connsiteY1" fmla="*/ 0 h 2531406"/>
              <a:gd name="connsiteX2" fmla="*/ 3600735 w 3600735"/>
              <a:gd name="connsiteY2" fmla="*/ 2531406 h 2531406"/>
              <a:gd name="connsiteX3" fmla="*/ 0 w 3600735"/>
              <a:gd name="connsiteY3" fmla="*/ 2531406 h 2531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735" h="2531406">
                <a:moveTo>
                  <a:pt x="0" y="0"/>
                </a:moveTo>
                <a:lnTo>
                  <a:pt x="3600735" y="0"/>
                </a:lnTo>
                <a:lnTo>
                  <a:pt x="3600735" y="2531406"/>
                </a:lnTo>
                <a:lnTo>
                  <a:pt x="0" y="253140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s-ES"/>
              <a:t>Haga clic en el icono para agregar una imagen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378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CF026C-D504-4CE8-85B5-41AB88AE9FD0}"/>
              </a:ext>
            </a:extLst>
          </p:cNvPr>
          <p:cNvSpPr/>
          <p:nvPr/>
        </p:nvSpPr>
        <p:spPr>
          <a:xfrm>
            <a:off x="0" y="0"/>
            <a:ext cx="551542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" panose="020B0606030504020204" pitchFamily="34" charset="0"/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40D349-5AB1-46A5-A0DC-A0187F309B3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11966" y="1416824"/>
            <a:ext cx="9660834" cy="2837124"/>
          </a:xfrm>
          <a:custGeom>
            <a:avLst/>
            <a:gdLst>
              <a:gd name="connsiteX0" fmla="*/ 0 w 6269318"/>
              <a:gd name="connsiteY0" fmla="*/ 0 h 4073856"/>
              <a:gd name="connsiteX1" fmla="*/ 6269318 w 6269318"/>
              <a:gd name="connsiteY1" fmla="*/ 0 h 4073856"/>
              <a:gd name="connsiteX2" fmla="*/ 6269318 w 6269318"/>
              <a:gd name="connsiteY2" fmla="*/ 4073856 h 4073856"/>
              <a:gd name="connsiteX3" fmla="*/ 0 w 6269318"/>
              <a:gd name="connsiteY3" fmla="*/ 4073856 h 4073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69318" h="4073856">
                <a:moveTo>
                  <a:pt x="0" y="0"/>
                </a:moveTo>
                <a:lnTo>
                  <a:pt x="6269318" y="0"/>
                </a:lnTo>
                <a:lnTo>
                  <a:pt x="6269318" y="4073856"/>
                </a:lnTo>
                <a:lnTo>
                  <a:pt x="0" y="407385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s-ES"/>
              <a:t>Haga clic en el icono para agregar una imagen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794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B6F61F-B6F7-42EA-B7A7-4F2437B9758B}"/>
              </a:ext>
            </a:extLst>
          </p:cNvPr>
          <p:cNvSpPr/>
          <p:nvPr/>
        </p:nvSpPr>
        <p:spPr>
          <a:xfrm>
            <a:off x="0" y="0"/>
            <a:ext cx="6857998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" panose="020B0606030504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951A15-00F6-4E4F-BD82-04E61003024B}"/>
              </a:ext>
            </a:extLst>
          </p:cNvPr>
          <p:cNvSpPr/>
          <p:nvPr/>
        </p:nvSpPr>
        <p:spPr>
          <a:xfrm>
            <a:off x="6858000" y="0"/>
            <a:ext cx="5334002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" panose="020B0606030504020204" pitchFamily="34" charset="0"/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24D116C-FF9B-429D-899C-D414D351A6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825948" y="1325217"/>
            <a:ext cx="3366052" cy="5532783"/>
          </a:xfrm>
          <a:custGeom>
            <a:avLst/>
            <a:gdLst>
              <a:gd name="connsiteX0" fmla="*/ 0 w 3784979"/>
              <a:gd name="connsiteY0" fmla="*/ 0 h 5829481"/>
              <a:gd name="connsiteX1" fmla="*/ 3784979 w 3784979"/>
              <a:gd name="connsiteY1" fmla="*/ 0 h 5829481"/>
              <a:gd name="connsiteX2" fmla="*/ 3784979 w 3784979"/>
              <a:gd name="connsiteY2" fmla="*/ 5829481 h 5829481"/>
              <a:gd name="connsiteX3" fmla="*/ 0 w 3784979"/>
              <a:gd name="connsiteY3" fmla="*/ 5829481 h 5829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84979" h="5829481">
                <a:moveTo>
                  <a:pt x="0" y="0"/>
                </a:moveTo>
                <a:lnTo>
                  <a:pt x="3784979" y="0"/>
                </a:lnTo>
                <a:lnTo>
                  <a:pt x="3784979" y="5829481"/>
                </a:lnTo>
                <a:lnTo>
                  <a:pt x="0" y="582948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3" name="Freeform: Shape 9">
            <a:extLst>
              <a:ext uri="{FF2B5EF4-FFF2-40B4-BE49-F238E27FC236}">
                <a16:creationId xmlns:a16="http://schemas.microsoft.com/office/drawing/2014/main" id="{924D116C-FF9B-429D-899C-D414D351A64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459896" y="1325217"/>
            <a:ext cx="3366052" cy="5532783"/>
          </a:xfrm>
          <a:custGeom>
            <a:avLst/>
            <a:gdLst>
              <a:gd name="connsiteX0" fmla="*/ 0 w 3784979"/>
              <a:gd name="connsiteY0" fmla="*/ 0 h 5829481"/>
              <a:gd name="connsiteX1" fmla="*/ 3784979 w 3784979"/>
              <a:gd name="connsiteY1" fmla="*/ 0 h 5829481"/>
              <a:gd name="connsiteX2" fmla="*/ 3784979 w 3784979"/>
              <a:gd name="connsiteY2" fmla="*/ 5829481 h 5829481"/>
              <a:gd name="connsiteX3" fmla="*/ 0 w 3784979"/>
              <a:gd name="connsiteY3" fmla="*/ 5829481 h 5829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84979" h="5829481">
                <a:moveTo>
                  <a:pt x="0" y="0"/>
                </a:moveTo>
                <a:lnTo>
                  <a:pt x="3784979" y="0"/>
                </a:lnTo>
                <a:lnTo>
                  <a:pt x="3784979" y="5829481"/>
                </a:lnTo>
                <a:lnTo>
                  <a:pt x="0" y="582948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s-ES"/>
              <a:t>Haga clic en el icono para agregar una imagen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443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ACF026C-D504-4CE8-85B5-41AB88AE9FD0}"/>
              </a:ext>
            </a:extLst>
          </p:cNvPr>
          <p:cNvSpPr/>
          <p:nvPr/>
        </p:nvSpPr>
        <p:spPr>
          <a:xfrm>
            <a:off x="0" y="0"/>
            <a:ext cx="5515429" cy="610925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" panose="020B0606030504020204" pitchFamily="34" charset="0"/>
            </a:endParaRP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F724CE6-9F8E-47D8-A786-E26B1A46A5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7262" y="742122"/>
            <a:ext cx="2793863" cy="2517913"/>
          </a:xfrm>
          <a:custGeom>
            <a:avLst/>
            <a:gdLst>
              <a:gd name="connsiteX0" fmla="*/ 0 w 2793863"/>
              <a:gd name="connsiteY0" fmla="*/ 0 h 4073856"/>
              <a:gd name="connsiteX1" fmla="*/ 2793863 w 2793863"/>
              <a:gd name="connsiteY1" fmla="*/ 0 h 4073856"/>
              <a:gd name="connsiteX2" fmla="*/ 2793863 w 2793863"/>
              <a:gd name="connsiteY2" fmla="*/ 4073856 h 4073856"/>
              <a:gd name="connsiteX3" fmla="*/ 0 w 2793863"/>
              <a:gd name="connsiteY3" fmla="*/ 4073856 h 4073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93863" h="4073856">
                <a:moveTo>
                  <a:pt x="0" y="0"/>
                </a:moveTo>
                <a:lnTo>
                  <a:pt x="2793863" y="0"/>
                </a:lnTo>
                <a:lnTo>
                  <a:pt x="2793863" y="4073856"/>
                </a:lnTo>
                <a:lnTo>
                  <a:pt x="0" y="407385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E2EA323-3D07-4191-8884-7AEB2301BAD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61554" y="742122"/>
            <a:ext cx="2793863" cy="6115878"/>
          </a:xfrm>
          <a:custGeom>
            <a:avLst/>
            <a:gdLst>
              <a:gd name="connsiteX0" fmla="*/ 0 w 2793863"/>
              <a:gd name="connsiteY0" fmla="*/ 0 h 4073856"/>
              <a:gd name="connsiteX1" fmla="*/ 2793863 w 2793863"/>
              <a:gd name="connsiteY1" fmla="*/ 0 h 4073856"/>
              <a:gd name="connsiteX2" fmla="*/ 2793863 w 2793863"/>
              <a:gd name="connsiteY2" fmla="*/ 4073856 h 4073856"/>
              <a:gd name="connsiteX3" fmla="*/ 0 w 2793863"/>
              <a:gd name="connsiteY3" fmla="*/ 4073856 h 4073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93863" h="4073856">
                <a:moveTo>
                  <a:pt x="0" y="0"/>
                </a:moveTo>
                <a:lnTo>
                  <a:pt x="2793863" y="0"/>
                </a:lnTo>
                <a:lnTo>
                  <a:pt x="2793863" y="4073856"/>
                </a:lnTo>
                <a:lnTo>
                  <a:pt x="0" y="407385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Freeform: Shape 11">
            <a:extLst>
              <a:ext uri="{FF2B5EF4-FFF2-40B4-BE49-F238E27FC236}">
                <a16:creationId xmlns:a16="http://schemas.microsoft.com/office/drawing/2014/main" id="{BF724CE6-9F8E-47D8-A786-E26B1A46A55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655846" y="742122"/>
            <a:ext cx="4820537" cy="2517912"/>
          </a:xfrm>
          <a:custGeom>
            <a:avLst/>
            <a:gdLst>
              <a:gd name="connsiteX0" fmla="*/ 0 w 2793863"/>
              <a:gd name="connsiteY0" fmla="*/ 0 h 4073856"/>
              <a:gd name="connsiteX1" fmla="*/ 2793863 w 2793863"/>
              <a:gd name="connsiteY1" fmla="*/ 0 h 4073856"/>
              <a:gd name="connsiteX2" fmla="*/ 2793863 w 2793863"/>
              <a:gd name="connsiteY2" fmla="*/ 4073856 h 4073856"/>
              <a:gd name="connsiteX3" fmla="*/ 0 w 2793863"/>
              <a:gd name="connsiteY3" fmla="*/ 4073856 h 4073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93863" h="4073856">
                <a:moveTo>
                  <a:pt x="0" y="0"/>
                </a:moveTo>
                <a:lnTo>
                  <a:pt x="2793863" y="0"/>
                </a:lnTo>
                <a:lnTo>
                  <a:pt x="2793863" y="4073856"/>
                </a:lnTo>
                <a:lnTo>
                  <a:pt x="0" y="407385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s-ES"/>
              <a:t>Haga clic en el icono para agregar una imagen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279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E3E826C-00FF-49A1-AC3F-D7CBEC702783}"/>
              </a:ext>
            </a:extLst>
          </p:cNvPr>
          <p:cNvSpPr/>
          <p:nvPr/>
        </p:nvSpPr>
        <p:spPr>
          <a:xfrm>
            <a:off x="7271622" y="0"/>
            <a:ext cx="492037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" panose="020B0606030504020204" pitchFamily="34" charset="0"/>
            </a:endParaRP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D7D9940-D5AD-4218-B6E2-AAA4DFE528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212904"/>
            <a:ext cx="5655219" cy="2531406"/>
          </a:xfrm>
          <a:custGeom>
            <a:avLst/>
            <a:gdLst>
              <a:gd name="connsiteX0" fmla="*/ 0 w 3716160"/>
              <a:gd name="connsiteY0" fmla="*/ 0 h 2531406"/>
              <a:gd name="connsiteX1" fmla="*/ 3716160 w 3716160"/>
              <a:gd name="connsiteY1" fmla="*/ 0 h 2531406"/>
              <a:gd name="connsiteX2" fmla="*/ 3716160 w 3716160"/>
              <a:gd name="connsiteY2" fmla="*/ 2531406 h 2531406"/>
              <a:gd name="connsiteX3" fmla="*/ 0 w 3716160"/>
              <a:gd name="connsiteY3" fmla="*/ 2531406 h 2531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16160" h="2531406">
                <a:moveTo>
                  <a:pt x="0" y="0"/>
                </a:moveTo>
                <a:lnTo>
                  <a:pt x="3716160" y="0"/>
                </a:lnTo>
                <a:lnTo>
                  <a:pt x="3716160" y="2531406"/>
                </a:lnTo>
                <a:lnTo>
                  <a:pt x="0" y="253140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E28D7161-2AAB-4541-8731-5E5061E30FE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47748" y="1234438"/>
            <a:ext cx="2432142" cy="2531406"/>
          </a:xfrm>
          <a:custGeom>
            <a:avLst/>
            <a:gdLst>
              <a:gd name="connsiteX0" fmla="*/ 0 w 2432142"/>
              <a:gd name="connsiteY0" fmla="*/ 0 h 2531406"/>
              <a:gd name="connsiteX1" fmla="*/ 2432142 w 2432142"/>
              <a:gd name="connsiteY1" fmla="*/ 0 h 2531406"/>
              <a:gd name="connsiteX2" fmla="*/ 2432142 w 2432142"/>
              <a:gd name="connsiteY2" fmla="*/ 2531406 h 2531406"/>
              <a:gd name="connsiteX3" fmla="*/ 0 w 2432142"/>
              <a:gd name="connsiteY3" fmla="*/ 2531406 h 2531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2142" h="2531406">
                <a:moveTo>
                  <a:pt x="0" y="0"/>
                </a:moveTo>
                <a:lnTo>
                  <a:pt x="2432142" y="0"/>
                </a:lnTo>
                <a:lnTo>
                  <a:pt x="2432142" y="2531406"/>
                </a:lnTo>
                <a:lnTo>
                  <a:pt x="0" y="253140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662F70E6-DFB2-4E6A-B134-28BA5604624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472419" y="1234438"/>
            <a:ext cx="2432142" cy="4994084"/>
          </a:xfrm>
          <a:custGeom>
            <a:avLst/>
            <a:gdLst>
              <a:gd name="connsiteX0" fmla="*/ 0 w 2432142"/>
              <a:gd name="connsiteY0" fmla="*/ 0 h 2531406"/>
              <a:gd name="connsiteX1" fmla="*/ 2432142 w 2432142"/>
              <a:gd name="connsiteY1" fmla="*/ 0 h 2531406"/>
              <a:gd name="connsiteX2" fmla="*/ 2432142 w 2432142"/>
              <a:gd name="connsiteY2" fmla="*/ 2531406 h 2531406"/>
              <a:gd name="connsiteX3" fmla="*/ 0 w 2432142"/>
              <a:gd name="connsiteY3" fmla="*/ 2531406 h 2531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2142" h="2531406">
                <a:moveTo>
                  <a:pt x="0" y="0"/>
                </a:moveTo>
                <a:lnTo>
                  <a:pt x="2432142" y="0"/>
                </a:lnTo>
                <a:lnTo>
                  <a:pt x="2432142" y="2531406"/>
                </a:lnTo>
                <a:lnTo>
                  <a:pt x="0" y="253140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s-ES"/>
              <a:t>Haga clic en el icono para agregar una imagen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6152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CF026C-D504-4CE8-85B5-41AB88AE9FD0}"/>
              </a:ext>
            </a:extLst>
          </p:cNvPr>
          <p:cNvSpPr/>
          <p:nvPr/>
        </p:nvSpPr>
        <p:spPr>
          <a:xfrm>
            <a:off x="0" y="2389252"/>
            <a:ext cx="5515429" cy="44687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" panose="020B0606030504020204" pitchFamily="34" charset="0"/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A16EDA-D34A-4F51-91FE-26EBEA7A263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57714" y="0"/>
            <a:ext cx="7419956" cy="4055165"/>
          </a:xfrm>
          <a:custGeom>
            <a:avLst/>
            <a:gdLst>
              <a:gd name="connsiteX0" fmla="*/ 0 w 3519973"/>
              <a:gd name="connsiteY0" fmla="*/ 0 h 6209731"/>
              <a:gd name="connsiteX1" fmla="*/ 3519973 w 3519973"/>
              <a:gd name="connsiteY1" fmla="*/ 0 h 6209731"/>
              <a:gd name="connsiteX2" fmla="*/ 3519973 w 3519973"/>
              <a:gd name="connsiteY2" fmla="*/ 6209731 h 6209731"/>
              <a:gd name="connsiteX3" fmla="*/ 0 w 3519973"/>
              <a:gd name="connsiteY3" fmla="*/ 6209731 h 6209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9973" h="6209731">
                <a:moveTo>
                  <a:pt x="0" y="0"/>
                </a:moveTo>
                <a:lnTo>
                  <a:pt x="3519973" y="0"/>
                </a:lnTo>
                <a:lnTo>
                  <a:pt x="3519973" y="6209731"/>
                </a:lnTo>
                <a:lnTo>
                  <a:pt x="0" y="620973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s-ES"/>
              <a:t>Haga clic en el icono para agregar una imagen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9736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3A86389-B12E-461D-8736-F4D5A7C2D6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23228" y="655093"/>
            <a:ext cx="4668771" cy="5622878"/>
          </a:xfrm>
          <a:custGeom>
            <a:avLst/>
            <a:gdLst>
              <a:gd name="connsiteX0" fmla="*/ 0 w 3794816"/>
              <a:gd name="connsiteY0" fmla="*/ 0 h 5622878"/>
              <a:gd name="connsiteX1" fmla="*/ 3794816 w 3794816"/>
              <a:gd name="connsiteY1" fmla="*/ 0 h 5622878"/>
              <a:gd name="connsiteX2" fmla="*/ 3794816 w 3794816"/>
              <a:gd name="connsiteY2" fmla="*/ 5622878 h 5622878"/>
              <a:gd name="connsiteX3" fmla="*/ 0 w 3794816"/>
              <a:gd name="connsiteY3" fmla="*/ 5622878 h 5622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94816" h="5622878">
                <a:moveTo>
                  <a:pt x="0" y="0"/>
                </a:moveTo>
                <a:lnTo>
                  <a:pt x="3794816" y="0"/>
                </a:lnTo>
                <a:lnTo>
                  <a:pt x="3794816" y="5622878"/>
                </a:lnTo>
                <a:lnTo>
                  <a:pt x="0" y="56228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s-ES"/>
              <a:t>Haga clic en el icono para agregar una imagen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9416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CDABAFC-776C-462F-9971-AC90ED819EB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88418" y="1337311"/>
            <a:ext cx="5224417" cy="4073856"/>
          </a:xfrm>
          <a:custGeom>
            <a:avLst/>
            <a:gdLst>
              <a:gd name="connsiteX0" fmla="*/ 0 w 2785621"/>
              <a:gd name="connsiteY0" fmla="*/ 0 h 4073856"/>
              <a:gd name="connsiteX1" fmla="*/ 2785621 w 2785621"/>
              <a:gd name="connsiteY1" fmla="*/ 0 h 4073856"/>
              <a:gd name="connsiteX2" fmla="*/ 2785621 w 2785621"/>
              <a:gd name="connsiteY2" fmla="*/ 4073856 h 4073856"/>
              <a:gd name="connsiteX3" fmla="*/ 0 w 2785621"/>
              <a:gd name="connsiteY3" fmla="*/ 4073856 h 4073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85621" h="4073856">
                <a:moveTo>
                  <a:pt x="0" y="0"/>
                </a:moveTo>
                <a:lnTo>
                  <a:pt x="2785621" y="0"/>
                </a:lnTo>
                <a:lnTo>
                  <a:pt x="2785621" y="4073856"/>
                </a:lnTo>
                <a:lnTo>
                  <a:pt x="0" y="407385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s-ES"/>
              <a:t>Haga clic en el icono para agregar una imagen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3166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E3E826C-00FF-49A1-AC3F-D7CBEC702783}"/>
              </a:ext>
            </a:extLst>
          </p:cNvPr>
          <p:cNvSpPr/>
          <p:nvPr/>
        </p:nvSpPr>
        <p:spPr>
          <a:xfrm>
            <a:off x="0" y="0"/>
            <a:ext cx="5512904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" panose="020B0606030504020204" pitchFamily="34" charset="0"/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A676A8A-EAF8-4975-A7CB-449453A9DE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32453" y="1214651"/>
            <a:ext cx="6891130" cy="2853766"/>
          </a:xfrm>
          <a:custGeom>
            <a:avLst/>
            <a:gdLst>
              <a:gd name="connsiteX0" fmla="*/ 0 w 8916537"/>
              <a:gd name="connsiteY0" fmla="*/ 0 h 2627329"/>
              <a:gd name="connsiteX1" fmla="*/ 8916537 w 8916537"/>
              <a:gd name="connsiteY1" fmla="*/ 0 h 2627329"/>
              <a:gd name="connsiteX2" fmla="*/ 8916537 w 8916537"/>
              <a:gd name="connsiteY2" fmla="*/ 2627329 h 2627329"/>
              <a:gd name="connsiteX3" fmla="*/ 0 w 8916537"/>
              <a:gd name="connsiteY3" fmla="*/ 2627329 h 2627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916537" h="2627329">
                <a:moveTo>
                  <a:pt x="0" y="0"/>
                </a:moveTo>
                <a:lnTo>
                  <a:pt x="8916537" y="0"/>
                </a:lnTo>
                <a:lnTo>
                  <a:pt x="8916537" y="2627329"/>
                </a:lnTo>
                <a:lnTo>
                  <a:pt x="0" y="262732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s-ES"/>
              <a:t>Haga clic en el icono para agregar una imagen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09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1" y="2080591"/>
            <a:ext cx="7162800" cy="477740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5944C8B-5E42-49FD-A063-520EF930982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63687" y="0"/>
            <a:ext cx="4094921" cy="5459896"/>
          </a:xfrm>
          <a:custGeom>
            <a:avLst/>
            <a:gdLst>
              <a:gd name="connsiteX0" fmla="*/ 0 w 2309353"/>
              <a:gd name="connsiteY0" fmla="*/ 0 h 5424985"/>
              <a:gd name="connsiteX1" fmla="*/ 2309353 w 2309353"/>
              <a:gd name="connsiteY1" fmla="*/ 0 h 5424985"/>
              <a:gd name="connsiteX2" fmla="*/ 2309353 w 2309353"/>
              <a:gd name="connsiteY2" fmla="*/ 5424985 h 5424985"/>
              <a:gd name="connsiteX3" fmla="*/ 0 w 2309353"/>
              <a:gd name="connsiteY3" fmla="*/ 5424985 h 542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9353" h="5424985">
                <a:moveTo>
                  <a:pt x="0" y="0"/>
                </a:moveTo>
                <a:lnTo>
                  <a:pt x="2309353" y="0"/>
                </a:lnTo>
                <a:lnTo>
                  <a:pt x="2309353" y="5424985"/>
                </a:lnTo>
                <a:lnTo>
                  <a:pt x="0" y="542498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s-ES"/>
              <a:t>Haga clic en el icono para agregar una imagen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0204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BB6F61F-B6F7-42EA-B7A7-4F2437B9758B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" panose="020B0606030504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951A15-00F6-4E4F-BD82-04E61003024B}"/>
              </a:ext>
            </a:extLst>
          </p:cNvPr>
          <p:cNvSpPr/>
          <p:nvPr/>
        </p:nvSpPr>
        <p:spPr>
          <a:xfrm>
            <a:off x="6096001" y="0"/>
            <a:ext cx="6096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" panose="020B0606030504020204" pitchFamily="34" charset="0"/>
            </a:endParaRP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6096000" y="914400"/>
            <a:ext cx="4108450" cy="5943600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5916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E747546-AA01-4DE5-A50A-1B9061F063D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80538" y="1390726"/>
            <a:ext cx="3794816" cy="5467274"/>
          </a:xfrm>
          <a:custGeom>
            <a:avLst/>
            <a:gdLst>
              <a:gd name="connsiteX0" fmla="*/ 0 w 3794816"/>
              <a:gd name="connsiteY0" fmla="*/ 0 h 2773907"/>
              <a:gd name="connsiteX1" fmla="*/ 3794816 w 3794816"/>
              <a:gd name="connsiteY1" fmla="*/ 0 h 2773907"/>
              <a:gd name="connsiteX2" fmla="*/ 3794816 w 3794816"/>
              <a:gd name="connsiteY2" fmla="*/ 2773907 h 2773907"/>
              <a:gd name="connsiteX3" fmla="*/ 0 w 3794816"/>
              <a:gd name="connsiteY3" fmla="*/ 2773907 h 2773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94816" h="2773907">
                <a:moveTo>
                  <a:pt x="0" y="0"/>
                </a:moveTo>
                <a:lnTo>
                  <a:pt x="3794816" y="0"/>
                </a:lnTo>
                <a:lnTo>
                  <a:pt x="3794816" y="2773907"/>
                </a:lnTo>
                <a:lnTo>
                  <a:pt x="0" y="277390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B6F61F-B6F7-42EA-B7A7-4F2437B9758B}"/>
              </a:ext>
            </a:extLst>
          </p:cNvPr>
          <p:cNvSpPr/>
          <p:nvPr/>
        </p:nvSpPr>
        <p:spPr>
          <a:xfrm>
            <a:off x="689114" y="0"/>
            <a:ext cx="11502886" cy="617551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65686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ACF026C-D504-4CE8-85B5-41AB88AE9FD0}"/>
              </a:ext>
            </a:extLst>
          </p:cNvPr>
          <p:cNvSpPr/>
          <p:nvPr/>
        </p:nvSpPr>
        <p:spPr>
          <a:xfrm>
            <a:off x="1" y="0"/>
            <a:ext cx="1162215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" panose="020B0606030504020204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11F4070-9856-4584-BEC2-0A75FCE1730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39478" y="3392557"/>
            <a:ext cx="7752522" cy="2703443"/>
          </a:xfrm>
          <a:custGeom>
            <a:avLst/>
            <a:gdLst>
              <a:gd name="connsiteX0" fmla="*/ 0 w 2793863"/>
              <a:gd name="connsiteY0" fmla="*/ 0 h 4688330"/>
              <a:gd name="connsiteX1" fmla="*/ 2793863 w 2793863"/>
              <a:gd name="connsiteY1" fmla="*/ 0 h 4688330"/>
              <a:gd name="connsiteX2" fmla="*/ 2793863 w 2793863"/>
              <a:gd name="connsiteY2" fmla="*/ 4688330 h 4688330"/>
              <a:gd name="connsiteX3" fmla="*/ 0 w 2793863"/>
              <a:gd name="connsiteY3" fmla="*/ 4688330 h 4688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93863" h="4688330">
                <a:moveTo>
                  <a:pt x="0" y="0"/>
                </a:moveTo>
                <a:lnTo>
                  <a:pt x="2793863" y="0"/>
                </a:lnTo>
                <a:lnTo>
                  <a:pt x="2793863" y="4688330"/>
                </a:lnTo>
                <a:lnTo>
                  <a:pt x="0" y="468833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Picture Placeholder 5"/>
          <p:cNvSpPr>
            <a:spLocks noGrp="1"/>
          </p:cNvSpPr>
          <p:nvPr>
            <p:ph type="pic" sz="quarter" idx="4294967295"/>
          </p:nvPr>
        </p:nvSpPr>
        <p:spPr>
          <a:xfrm>
            <a:off x="958810" y="0"/>
            <a:ext cx="3268633" cy="6096000"/>
          </a:xfrm>
        </p:spPr>
      </p:sp>
    </p:spTree>
    <p:extLst>
      <p:ext uri="{BB962C8B-B14F-4D97-AF65-F5344CB8AC3E}">
        <p14:creationId xmlns:p14="http://schemas.microsoft.com/office/powerpoint/2010/main" val="10162962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4951A15-00F6-4E4F-BD82-04E61003024B}"/>
              </a:ext>
            </a:extLst>
          </p:cNvPr>
          <p:cNvSpPr/>
          <p:nvPr/>
        </p:nvSpPr>
        <p:spPr>
          <a:xfrm>
            <a:off x="9184341" y="3186953"/>
            <a:ext cx="3007659" cy="303903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" panose="020B0606030504020204" pitchFamily="34" charset="0"/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2C51DFF-6CB7-477C-91B3-5E57124C682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885044" y="1325217"/>
            <a:ext cx="3727514" cy="4200940"/>
          </a:xfrm>
          <a:custGeom>
            <a:avLst/>
            <a:gdLst>
              <a:gd name="connsiteX0" fmla="*/ 0 w 4180114"/>
              <a:gd name="connsiteY0" fmla="*/ 0 h 5434508"/>
              <a:gd name="connsiteX1" fmla="*/ 4180114 w 4180114"/>
              <a:gd name="connsiteY1" fmla="*/ 0 h 5434508"/>
              <a:gd name="connsiteX2" fmla="*/ 4180114 w 4180114"/>
              <a:gd name="connsiteY2" fmla="*/ 5434508 h 5434508"/>
              <a:gd name="connsiteX3" fmla="*/ 0 w 4180114"/>
              <a:gd name="connsiteY3" fmla="*/ 5434508 h 5434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0114" h="5434508">
                <a:moveTo>
                  <a:pt x="0" y="0"/>
                </a:moveTo>
                <a:lnTo>
                  <a:pt x="4180114" y="0"/>
                </a:lnTo>
                <a:lnTo>
                  <a:pt x="4180114" y="5434508"/>
                </a:lnTo>
                <a:lnTo>
                  <a:pt x="0" y="543450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B6F61F-B6F7-42EA-B7A7-4F2437B9758B}"/>
              </a:ext>
            </a:extLst>
          </p:cNvPr>
          <p:cNvSpPr/>
          <p:nvPr/>
        </p:nvSpPr>
        <p:spPr>
          <a:xfrm>
            <a:off x="689113" y="1325217"/>
            <a:ext cx="7036903" cy="42009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38098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7F446DA-9595-4151-9834-449A1922EF0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73148" y="1187118"/>
            <a:ext cx="5021814" cy="2921055"/>
          </a:xfrm>
          <a:custGeom>
            <a:avLst/>
            <a:gdLst>
              <a:gd name="connsiteX0" fmla="*/ 0 w 8693967"/>
              <a:gd name="connsiteY0" fmla="*/ 0 h 2531406"/>
              <a:gd name="connsiteX1" fmla="*/ 8693967 w 8693967"/>
              <a:gd name="connsiteY1" fmla="*/ 0 h 2531406"/>
              <a:gd name="connsiteX2" fmla="*/ 8693967 w 8693967"/>
              <a:gd name="connsiteY2" fmla="*/ 2531406 h 2531406"/>
              <a:gd name="connsiteX3" fmla="*/ 0 w 8693967"/>
              <a:gd name="connsiteY3" fmla="*/ 2531406 h 2531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93967" h="2531406">
                <a:moveTo>
                  <a:pt x="0" y="0"/>
                </a:moveTo>
                <a:lnTo>
                  <a:pt x="8693967" y="0"/>
                </a:lnTo>
                <a:lnTo>
                  <a:pt x="8693967" y="2531406"/>
                </a:lnTo>
                <a:lnTo>
                  <a:pt x="0" y="253140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s-ES"/>
              <a:t>Haga clic en el icono para agregar una imagen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6154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1335547" y="2054087"/>
            <a:ext cx="3786572" cy="3432313"/>
          </a:xfrm>
          <a:custGeom>
            <a:avLst/>
            <a:gdLst>
              <a:gd name="connsiteX0" fmla="*/ 0 w 3786572"/>
              <a:gd name="connsiteY0" fmla="*/ 0 h 5446059"/>
              <a:gd name="connsiteX1" fmla="*/ 3786572 w 3786572"/>
              <a:gd name="connsiteY1" fmla="*/ 0 h 5446059"/>
              <a:gd name="connsiteX2" fmla="*/ 3786572 w 3786572"/>
              <a:gd name="connsiteY2" fmla="*/ 5446059 h 5446059"/>
              <a:gd name="connsiteX3" fmla="*/ 0 w 3786572"/>
              <a:gd name="connsiteY3" fmla="*/ 5446059 h 5446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86572" h="5446059">
                <a:moveTo>
                  <a:pt x="0" y="0"/>
                </a:moveTo>
                <a:lnTo>
                  <a:pt x="3786572" y="0"/>
                </a:lnTo>
                <a:lnTo>
                  <a:pt x="3786572" y="5446059"/>
                </a:lnTo>
                <a:lnTo>
                  <a:pt x="0" y="544605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s-ES"/>
              <a:t>Haga clic en el icono para agregar una imagen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9535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3281082"/>
            <a:ext cx="6091518" cy="357691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4585447" y="1370380"/>
            <a:ext cx="5795683" cy="3203469"/>
          </a:xfrm>
          <a:custGeom>
            <a:avLst/>
            <a:gdLst>
              <a:gd name="connsiteX0" fmla="*/ 0 w 5795683"/>
              <a:gd name="connsiteY0" fmla="*/ 0 h 3203469"/>
              <a:gd name="connsiteX1" fmla="*/ 5795683 w 5795683"/>
              <a:gd name="connsiteY1" fmla="*/ 0 h 3203469"/>
              <a:gd name="connsiteX2" fmla="*/ 5795683 w 5795683"/>
              <a:gd name="connsiteY2" fmla="*/ 3203469 h 3203469"/>
              <a:gd name="connsiteX3" fmla="*/ 0 w 5795683"/>
              <a:gd name="connsiteY3" fmla="*/ 3203469 h 3203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95683" h="3203469">
                <a:moveTo>
                  <a:pt x="0" y="0"/>
                </a:moveTo>
                <a:lnTo>
                  <a:pt x="5795683" y="0"/>
                </a:lnTo>
                <a:lnTo>
                  <a:pt x="5795683" y="3203469"/>
                </a:lnTo>
                <a:lnTo>
                  <a:pt x="0" y="320346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s-ES"/>
              <a:t>Haga clic en el icono para agregar una imagen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1445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351722" y="0"/>
            <a:ext cx="10840278" cy="4081670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7033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951A15-00F6-4E4F-BD82-04E61003024B}"/>
              </a:ext>
            </a:extLst>
          </p:cNvPr>
          <p:cNvSpPr/>
          <p:nvPr/>
        </p:nvSpPr>
        <p:spPr>
          <a:xfrm>
            <a:off x="9528313" y="3186953"/>
            <a:ext cx="2663687" cy="36710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" panose="020B0606030504020204" pitchFamily="34" charset="0"/>
            </a:endParaRP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877878" y="0"/>
            <a:ext cx="3975860" cy="6148388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1240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5512339" y="0"/>
            <a:ext cx="2623132" cy="3213847"/>
          </a:xfrm>
          <a:custGeom>
            <a:avLst/>
            <a:gdLst>
              <a:gd name="connsiteX0" fmla="*/ 0 w 2623132"/>
              <a:gd name="connsiteY0" fmla="*/ 0 h 3213847"/>
              <a:gd name="connsiteX1" fmla="*/ 2623132 w 2623132"/>
              <a:gd name="connsiteY1" fmla="*/ 0 h 3213847"/>
              <a:gd name="connsiteX2" fmla="*/ 2623132 w 2623132"/>
              <a:gd name="connsiteY2" fmla="*/ 3213847 h 3213847"/>
              <a:gd name="connsiteX3" fmla="*/ 0 w 2623132"/>
              <a:gd name="connsiteY3" fmla="*/ 3213847 h 3213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23132" h="3213847">
                <a:moveTo>
                  <a:pt x="0" y="0"/>
                </a:moveTo>
                <a:lnTo>
                  <a:pt x="2623132" y="0"/>
                </a:lnTo>
                <a:lnTo>
                  <a:pt x="2623132" y="3213847"/>
                </a:lnTo>
                <a:lnTo>
                  <a:pt x="0" y="321384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0" y="3726828"/>
            <a:ext cx="4988859" cy="3131172"/>
          </a:xfrm>
          <a:custGeom>
            <a:avLst/>
            <a:gdLst>
              <a:gd name="connsiteX0" fmla="*/ 0 w 4988859"/>
              <a:gd name="connsiteY0" fmla="*/ 0 h 3131172"/>
              <a:gd name="connsiteX1" fmla="*/ 4988859 w 4988859"/>
              <a:gd name="connsiteY1" fmla="*/ 0 h 3131172"/>
              <a:gd name="connsiteX2" fmla="*/ 4988859 w 4988859"/>
              <a:gd name="connsiteY2" fmla="*/ 3131172 h 3131172"/>
              <a:gd name="connsiteX3" fmla="*/ 0 w 4988859"/>
              <a:gd name="connsiteY3" fmla="*/ 3131172 h 3131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88859" h="3131172">
                <a:moveTo>
                  <a:pt x="0" y="0"/>
                </a:moveTo>
                <a:lnTo>
                  <a:pt x="4988859" y="0"/>
                </a:lnTo>
                <a:lnTo>
                  <a:pt x="4988859" y="3131172"/>
                </a:lnTo>
                <a:lnTo>
                  <a:pt x="0" y="313117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s-ES"/>
              <a:t>Haga clic en el icono para agregar una imagen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7980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B6F61F-B6F7-42EA-B7A7-4F2437B9758B}"/>
              </a:ext>
            </a:extLst>
          </p:cNvPr>
          <p:cNvSpPr/>
          <p:nvPr/>
        </p:nvSpPr>
        <p:spPr>
          <a:xfrm>
            <a:off x="0" y="1974574"/>
            <a:ext cx="7500730" cy="488342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" panose="020B0606030504020204" pitchFamily="34" charset="0"/>
            </a:endParaRP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4770438" y="1"/>
            <a:ext cx="4041775" cy="5538788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5664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B6F61F-B6F7-42EA-B7A7-4F2437B9758B}"/>
              </a:ext>
            </a:extLst>
          </p:cNvPr>
          <p:cNvSpPr/>
          <p:nvPr/>
        </p:nvSpPr>
        <p:spPr>
          <a:xfrm>
            <a:off x="-1" y="0"/>
            <a:ext cx="7513983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" panose="020B0606030504020204" pitchFamily="34" charset="0"/>
            </a:endParaRP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2636838" y="0"/>
            <a:ext cx="4876800" cy="6858000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8736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00482" y="0"/>
            <a:ext cx="6091518" cy="357691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0" y="1378226"/>
            <a:ext cx="8706679" cy="3432313"/>
          </a:xfrm>
          <a:custGeom>
            <a:avLst/>
            <a:gdLst>
              <a:gd name="connsiteX0" fmla="*/ 0 w 8706679"/>
              <a:gd name="connsiteY0" fmla="*/ 0 h 3432313"/>
              <a:gd name="connsiteX1" fmla="*/ 8706679 w 8706679"/>
              <a:gd name="connsiteY1" fmla="*/ 0 h 3432313"/>
              <a:gd name="connsiteX2" fmla="*/ 8706679 w 8706679"/>
              <a:gd name="connsiteY2" fmla="*/ 3432313 h 3432313"/>
              <a:gd name="connsiteX3" fmla="*/ 0 w 8706679"/>
              <a:gd name="connsiteY3" fmla="*/ 3432313 h 3432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06679" h="3432313">
                <a:moveTo>
                  <a:pt x="0" y="0"/>
                </a:moveTo>
                <a:lnTo>
                  <a:pt x="8706679" y="0"/>
                </a:lnTo>
                <a:lnTo>
                  <a:pt x="8706679" y="3432313"/>
                </a:lnTo>
                <a:lnTo>
                  <a:pt x="0" y="343231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s-ES"/>
              <a:t>Haga clic en el icono para agregar una imagen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0238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71761" y="2944906"/>
            <a:ext cx="2581836" cy="391309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6283153" y="0"/>
            <a:ext cx="2581836" cy="5432612"/>
          </a:xfrm>
          <a:custGeom>
            <a:avLst/>
            <a:gdLst>
              <a:gd name="connsiteX0" fmla="*/ 0 w 2581836"/>
              <a:gd name="connsiteY0" fmla="*/ 0 h 5432612"/>
              <a:gd name="connsiteX1" fmla="*/ 2581836 w 2581836"/>
              <a:gd name="connsiteY1" fmla="*/ 0 h 5432612"/>
              <a:gd name="connsiteX2" fmla="*/ 2581836 w 2581836"/>
              <a:gd name="connsiteY2" fmla="*/ 5432612 h 5432612"/>
              <a:gd name="connsiteX3" fmla="*/ 0 w 2581836"/>
              <a:gd name="connsiteY3" fmla="*/ 5432612 h 5432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1836" h="5432612">
                <a:moveTo>
                  <a:pt x="0" y="0"/>
                </a:moveTo>
                <a:lnTo>
                  <a:pt x="2581836" y="0"/>
                </a:lnTo>
                <a:lnTo>
                  <a:pt x="2581836" y="5432612"/>
                </a:lnTo>
                <a:lnTo>
                  <a:pt x="0" y="543261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s-ES"/>
              <a:t>Haga clic en el icono para agregar una imagen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52159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1377813" y="2716696"/>
            <a:ext cx="2452066" cy="4141304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6705600" y="2716696"/>
            <a:ext cx="2491409" cy="4141304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33225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861869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82072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330855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6918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324666" y="0"/>
            <a:ext cx="4744830" cy="6857999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26310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7103AAB-78D6-457B-91DA-DB590EF08D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5393635" cy="6858000"/>
          </a:xfrm>
          <a:custGeom>
            <a:avLst/>
            <a:gdLst>
              <a:gd name="connsiteX0" fmla="*/ 0 w 6604000"/>
              <a:gd name="connsiteY0" fmla="*/ 0 h 6858000"/>
              <a:gd name="connsiteX1" fmla="*/ 6604000 w 6604000"/>
              <a:gd name="connsiteY1" fmla="*/ 0 h 6858000"/>
              <a:gd name="connsiteX2" fmla="*/ 6604000 w 6604000"/>
              <a:gd name="connsiteY2" fmla="*/ 6858000 h 6858000"/>
              <a:gd name="connsiteX3" fmla="*/ 0 w 6604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04000" h="6858000">
                <a:moveTo>
                  <a:pt x="0" y="0"/>
                </a:moveTo>
                <a:lnTo>
                  <a:pt x="6604000" y="0"/>
                </a:lnTo>
                <a:lnTo>
                  <a:pt x="6604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4882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7103AAB-78D6-457B-91DA-DB590EF08D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5393635" cy="6858000"/>
          </a:xfrm>
          <a:custGeom>
            <a:avLst/>
            <a:gdLst>
              <a:gd name="connsiteX0" fmla="*/ 0 w 6604000"/>
              <a:gd name="connsiteY0" fmla="*/ 0 h 6858000"/>
              <a:gd name="connsiteX1" fmla="*/ 6604000 w 6604000"/>
              <a:gd name="connsiteY1" fmla="*/ 0 h 6858000"/>
              <a:gd name="connsiteX2" fmla="*/ 6604000 w 6604000"/>
              <a:gd name="connsiteY2" fmla="*/ 6858000 h 6858000"/>
              <a:gd name="connsiteX3" fmla="*/ 0 w 6604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04000" h="6858000">
                <a:moveTo>
                  <a:pt x="0" y="0"/>
                </a:moveTo>
                <a:lnTo>
                  <a:pt x="6604000" y="0"/>
                </a:lnTo>
                <a:lnTo>
                  <a:pt x="6604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48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slideLayout" Target="../slideLayouts/slideLayout18.xml" /><Relationship Id="rId26" Type="http://schemas.openxmlformats.org/officeDocument/2006/relationships/slideLayout" Target="../slideLayouts/slideLayout26.xml" /><Relationship Id="rId3" Type="http://schemas.openxmlformats.org/officeDocument/2006/relationships/slideLayout" Target="../slideLayouts/slideLayout3.xml" /><Relationship Id="rId21" Type="http://schemas.openxmlformats.org/officeDocument/2006/relationships/slideLayout" Target="../slideLayouts/slideLayout21.xml" /><Relationship Id="rId34" Type="http://schemas.openxmlformats.org/officeDocument/2006/relationships/slideLayout" Target="../slideLayouts/slideLayout34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5" Type="http://schemas.openxmlformats.org/officeDocument/2006/relationships/slideLayout" Target="../slideLayouts/slideLayout25.xml" /><Relationship Id="rId33" Type="http://schemas.openxmlformats.org/officeDocument/2006/relationships/slideLayout" Target="../slideLayouts/slideLayout33.xml" /><Relationship Id="rId38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20" Type="http://schemas.openxmlformats.org/officeDocument/2006/relationships/slideLayout" Target="../slideLayouts/slideLayout20.xml" /><Relationship Id="rId29" Type="http://schemas.openxmlformats.org/officeDocument/2006/relationships/slideLayout" Target="../slideLayouts/slideLayout29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24" Type="http://schemas.openxmlformats.org/officeDocument/2006/relationships/slideLayout" Target="../slideLayouts/slideLayout24.xml" /><Relationship Id="rId32" Type="http://schemas.openxmlformats.org/officeDocument/2006/relationships/slideLayout" Target="../slideLayouts/slideLayout32.xml" /><Relationship Id="rId37" Type="http://schemas.openxmlformats.org/officeDocument/2006/relationships/slideLayout" Target="../slideLayouts/slideLayout37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23" Type="http://schemas.openxmlformats.org/officeDocument/2006/relationships/slideLayout" Target="../slideLayouts/slideLayout23.xml" /><Relationship Id="rId28" Type="http://schemas.openxmlformats.org/officeDocument/2006/relationships/slideLayout" Target="../slideLayouts/slideLayout28.xml" /><Relationship Id="rId36" Type="http://schemas.openxmlformats.org/officeDocument/2006/relationships/slideLayout" Target="../slideLayouts/slideLayout36.xml" /><Relationship Id="rId10" Type="http://schemas.openxmlformats.org/officeDocument/2006/relationships/slideLayout" Target="../slideLayouts/slideLayout10.xml" /><Relationship Id="rId19" Type="http://schemas.openxmlformats.org/officeDocument/2006/relationships/slideLayout" Target="../slideLayouts/slideLayout19.xml" /><Relationship Id="rId31" Type="http://schemas.openxmlformats.org/officeDocument/2006/relationships/slideLayout" Target="../slideLayouts/slideLayout31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Relationship Id="rId22" Type="http://schemas.openxmlformats.org/officeDocument/2006/relationships/slideLayout" Target="../slideLayouts/slideLayout22.xml" /><Relationship Id="rId27" Type="http://schemas.openxmlformats.org/officeDocument/2006/relationships/slideLayout" Target="../slideLayouts/slideLayout27.xml" /><Relationship Id="rId30" Type="http://schemas.openxmlformats.org/officeDocument/2006/relationships/slideLayout" Target="../slideLayouts/slideLayout30.xml" /><Relationship Id="rId35" Type="http://schemas.openxmlformats.org/officeDocument/2006/relationships/slideLayout" Target="../slideLayouts/slideLayout35.xml" 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 /><Relationship Id="rId1" Type="http://schemas.openxmlformats.org/officeDocument/2006/relationships/slideLayout" Target="../slideLayouts/slideLayout38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A9FC81-B168-41AA-A6D8-15695DB38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5CDDA1-B943-4E9F-B3D4-36589C9FF2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4073E-15F3-4027-8497-C1EE5ACF07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Open Sans" panose="020B0606030504020204" pitchFamily="34" charset="0"/>
              </a:defRPr>
            </a:lvl1pPr>
          </a:lstStyle>
          <a:p>
            <a:fld id="{C63557B6-00CB-4731-BBB8-CD30BB5C427B}" type="datetimeFigureOut">
              <a:rPr lang="es-MX" smtClean="0"/>
              <a:t>03/12/2025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B54AE-58D8-45E6-9DB2-40A878846A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Open Sans" panose="020B0606030504020204" pitchFamily="34" charset="0"/>
              </a:defRPr>
            </a:lvl1pPr>
          </a:lstStyle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23DF7E-1072-4411-81DE-7D6895728B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Open Sans" panose="020B0606030504020204" pitchFamily="34" charset="0"/>
              </a:defRPr>
            </a:lvl1pPr>
          </a:lstStyle>
          <a:p>
            <a:fld id="{FCDB2809-D23E-47B8-BDEB-6C40C3F8587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05585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  <p:sldLayoutId id="2147483783" r:id="rId12"/>
    <p:sldLayoutId id="2147483784" r:id="rId13"/>
    <p:sldLayoutId id="2147483785" r:id="rId14"/>
    <p:sldLayoutId id="2147483786" r:id="rId15"/>
    <p:sldLayoutId id="2147483787" r:id="rId16"/>
    <p:sldLayoutId id="2147483788" r:id="rId17"/>
    <p:sldLayoutId id="2147483789" r:id="rId18"/>
    <p:sldLayoutId id="2147483790" r:id="rId19"/>
    <p:sldLayoutId id="2147483791" r:id="rId20"/>
    <p:sldLayoutId id="2147483792" r:id="rId21"/>
    <p:sldLayoutId id="2147483793" r:id="rId22"/>
    <p:sldLayoutId id="2147483794" r:id="rId23"/>
    <p:sldLayoutId id="2147483795" r:id="rId24"/>
    <p:sldLayoutId id="2147483796" r:id="rId25"/>
    <p:sldLayoutId id="2147483797" r:id="rId26"/>
    <p:sldLayoutId id="2147483798" r:id="rId27"/>
    <p:sldLayoutId id="2147483799" r:id="rId28"/>
    <p:sldLayoutId id="2147483800" r:id="rId29"/>
    <p:sldLayoutId id="2147483801" r:id="rId30"/>
    <p:sldLayoutId id="2147483802" r:id="rId31"/>
    <p:sldLayoutId id="2147483803" r:id="rId32"/>
    <p:sldLayoutId id="2147483804" r:id="rId33"/>
    <p:sldLayoutId id="2147483805" r:id="rId34"/>
    <p:sldLayoutId id="2147483806" r:id="rId35"/>
    <p:sldLayoutId id="2147483807" r:id="rId36"/>
    <p:sldLayoutId id="2147483678" r:id="rId3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pen Sans" panose="020B06060305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Open Sans" panose="020B06060305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pen Sans" panose="020B06060305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" panose="020B06060305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" panose="020B06060305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A9FC81-B168-41AA-A6D8-15695DB38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5CDDA1-B943-4E9F-B3D4-36589C9FF2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4073E-15F3-4027-8497-C1EE5ACF07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Open Sans" panose="020B0606030504020204" pitchFamily="34" charset="0"/>
              </a:defRPr>
            </a:lvl1pPr>
          </a:lstStyle>
          <a:p>
            <a:fld id="{CBE1566D-433B-4337-8419-B9A5F810575B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B54AE-58D8-45E6-9DB2-40A878846A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23DF7E-1072-4411-81DE-7D6895728B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Open Sans" panose="020B0606030504020204" pitchFamily="34" charset="0"/>
              </a:defRPr>
            </a:lvl1pPr>
          </a:lstStyle>
          <a:p>
            <a:fld id="{6D532B29-B9F6-4E65-B294-964825CBB511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351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pen Sans" panose="020B06060305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Open Sans" panose="020B06060305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pen Sans" panose="020B06060305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" panose="020B06060305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" panose="020B06060305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3.xml" /><Relationship Id="rId5" Type="http://schemas.microsoft.com/office/2007/relationships/hdphoto" Target="../media/hdphoto1.wdp" /><Relationship Id="rId4" Type="http://schemas.openxmlformats.org/officeDocument/2006/relationships/image" Target="../media/image3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4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Relationship Id="rId5" Type="http://schemas.microsoft.com/office/2007/relationships/hdphoto" Target="../media/hdphoto2.wdp" /><Relationship Id="rId4" Type="http://schemas.openxmlformats.org/officeDocument/2006/relationships/image" Target="../media/image5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6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31.xml" /><Relationship Id="rId5" Type="http://schemas.microsoft.com/office/2007/relationships/hdphoto" Target="../media/hdphoto3.wdp" /><Relationship Id="rId4" Type="http://schemas.openxmlformats.org/officeDocument/2006/relationships/image" Target="../media/image7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3.xml" /><Relationship Id="rId5" Type="http://schemas.openxmlformats.org/officeDocument/2006/relationships/hyperlink" Target="https://teschiedu-my.sharepoint.com/:f:/g/personal/sistema_dual_teschi_edu_mx/EvAXaEXEBfdJsf8gg5lyvFYBGeHig96Xit48f9VzVt3dfw?e=XvC9Mu" TargetMode="External" /><Relationship Id="rId4" Type="http://schemas.openxmlformats.org/officeDocument/2006/relationships/image" Target="../media/image2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31.xml" /><Relationship Id="rId4" Type="http://schemas.openxmlformats.org/officeDocument/2006/relationships/image" Target="../media/image8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31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31.xml" 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 /><Relationship Id="rId3" Type="http://schemas.openxmlformats.org/officeDocument/2006/relationships/image" Target="../media/image2.png" /><Relationship Id="rId7" Type="http://schemas.openxmlformats.org/officeDocument/2006/relationships/image" Target="../media/image12.sv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31.xml" /><Relationship Id="rId6" Type="http://schemas.openxmlformats.org/officeDocument/2006/relationships/image" Target="../media/image11.png" /><Relationship Id="rId5" Type="http://schemas.openxmlformats.org/officeDocument/2006/relationships/image" Target="../media/image10.svg" /><Relationship Id="rId10" Type="http://schemas.openxmlformats.org/officeDocument/2006/relationships/hyperlink" Target="mailto:sistema_dual@teschi.edu.mx" TargetMode="External" /><Relationship Id="rId4" Type="http://schemas.openxmlformats.org/officeDocument/2006/relationships/image" Target="../media/image9.png" /><Relationship Id="rId9" Type="http://schemas.openxmlformats.org/officeDocument/2006/relationships/image" Target="../media/image14.sv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3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200F7D0-6C52-B249-A9A5-EBA91C31E1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2842953" y="2842952"/>
            <a:ext cx="6858000" cy="117209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0779235-5DFA-814F-A8E0-3E3CE27AF4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7271" y="259981"/>
            <a:ext cx="994734" cy="466849"/>
          </a:xfrm>
          <a:prstGeom prst="rect">
            <a:avLst/>
          </a:prstGeom>
        </p:spPr>
      </p:pic>
      <p:sp>
        <p:nvSpPr>
          <p:cNvPr id="9" name="TextBox 44">
            <a:extLst>
              <a:ext uri="{FF2B5EF4-FFF2-40B4-BE49-F238E27FC236}">
                <a16:creationId xmlns:a16="http://schemas.microsoft.com/office/drawing/2014/main" id="{9C7F1335-E77E-894A-83C5-EA17CA3013AB}"/>
              </a:ext>
            </a:extLst>
          </p:cNvPr>
          <p:cNvSpPr txBox="1"/>
          <p:nvPr/>
        </p:nvSpPr>
        <p:spPr>
          <a:xfrm>
            <a:off x="1855319" y="1683335"/>
            <a:ext cx="48506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8A2035"/>
                </a:solidFill>
                <a:latin typeface="GOTHAM-BOOK" panose="02000504050000020004" pitchFamily="2" charset="0"/>
                <a:ea typeface="Open Sans" panose="020B0606030504020204" pitchFamily="34" charset="0"/>
                <a:cs typeface="Rubik" pitchFamily="2" charset="-79"/>
              </a:rPr>
              <a:t>MODELO DUAL</a:t>
            </a:r>
          </a:p>
        </p:txBody>
      </p:sp>
      <p:sp>
        <p:nvSpPr>
          <p:cNvPr id="11" name="TextBox 46">
            <a:extLst>
              <a:ext uri="{FF2B5EF4-FFF2-40B4-BE49-F238E27FC236}">
                <a16:creationId xmlns:a16="http://schemas.microsoft.com/office/drawing/2014/main" id="{0B16FB4E-C915-BB41-95D8-F8B9109601A9}"/>
              </a:ext>
            </a:extLst>
          </p:cNvPr>
          <p:cNvSpPr txBox="1"/>
          <p:nvPr/>
        </p:nvSpPr>
        <p:spPr>
          <a:xfrm>
            <a:off x="1855318" y="3424901"/>
            <a:ext cx="11720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>
                    <a:lumMod val="85000"/>
                  </a:schemeClr>
                </a:solidFill>
                <a:latin typeface="GOTHAM-BOOK" panose="02000504050000020004" pitchFamily="2" charset="0"/>
                <a:ea typeface="Noto Serif" panose="02020600060500020200" pitchFamily="18" charset="0"/>
                <a:cs typeface="Noto Serif" panose="02020600060500020200" pitchFamily="18" charset="0"/>
              </a:rPr>
              <a:t>01</a:t>
            </a:r>
            <a:endParaRPr lang="id-ID" sz="3200" b="1" dirty="0">
              <a:solidFill>
                <a:schemeClr val="bg1">
                  <a:lumMod val="85000"/>
                </a:schemeClr>
              </a:solidFill>
              <a:latin typeface="GOTHAM-BOOK" panose="02000504050000020004" pitchFamily="2" charset="0"/>
              <a:ea typeface="Noto Serif" panose="02020600060500020200" pitchFamily="18" charset="0"/>
              <a:cs typeface="Noto Serif" panose="02020600060500020200" pitchFamily="18" charset="0"/>
            </a:endParaRPr>
          </a:p>
        </p:txBody>
      </p:sp>
      <p:sp>
        <p:nvSpPr>
          <p:cNvPr id="12" name="TextBox 47">
            <a:extLst>
              <a:ext uri="{FF2B5EF4-FFF2-40B4-BE49-F238E27FC236}">
                <a16:creationId xmlns:a16="http://schemas.microsoft.com/office/drawing/2014/main" id="{312678F5-5529-044F-8C5C-0D89104A62FA}"/>
              </a:ext>
            </a:extLst>
          </p:cNvPr>
          <p:cNvSpPr txBox="1"/>
          <p:nvPr/>
        </p:nvSpPr>
        <p:spPr>
          <a:xfrm>
            <a:off x="2681141" y="3020191"/>
            <a:ext cx="36653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latin typeface="Gotham Book" pitchFamily="50" charset="0"/>
              </a:rPr>
              <a:t>Proceso para Nuevos Ingresos y Renovaciones</a:t>
            </a:r>
            <a:endParaRPr lang="es-MX" sz="3600" b="1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31ECC81-5A84-FB34-FB20-8D0BA2E0BC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543" b="91917" l="10000" r="90000">
                        <a14:foregroundMark x1="31538" y1="27945" x2="25077" y2="21247"/>
                        <a14:foregroundMark x1="25077" y1="21247" x2="27385" y2="33487"/>
                        <a14:foregroundMark x1="27385" y1="33487" x2="20462" y2="33487"/>
                        <a14:foregroundMark x1="72000" y1="28868" x2="75692" y2="29330"/>
                        <a14:foregroundMark x1="51692" y1="20092" x2="53538" y2="26328"/>
                        <a14:foregroundMark x1="42308" y1="14088" x2="42154" y2="9931"/>
                        <a14:foregroundMark x1="48769" y1="5543" x2="52462" y2="9931"/>
                        <a14:foregroundMark x1="28615" y1="27252" x2="27231" y2="36259"/>
                        <a14:foregroundMark x1="71077" y1="29561" x2="72462" y2="26559"/>
                        <a14:foregroundMark x1="72308" y1="30947" x2="76923" y2="30947"/>
                        <a14:foregroundMark x1="72923" y1="35566" x2="76923" y2="34411"/>
                        <a14:foregroundMark x1="47692" y1="91686" x2="45846" y2="90531"/>
                        <a14:foregroundMark x1="54615" y1="91917" x2="56462" y2="91686"/>
                        <a14:foregroundMark x1="58154" y1="6005" x2="58769" y2="6005"/>
                        <a14:foregroundMark x1="42462" y1="11316" x2="42769" y2="64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30431" y="1683335"/>
            <a:ext cx="6191250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55416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200F7D0-6C52-B249-A9A5-EBA91C31E1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2842953" y="2842952"/>
            <a:ext cx="6858000" cy="117209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0779235-5DFA-814F-A8E0-3E3CE27AF4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7271" y="259981"/>
            <a:ext cx="994734" cy="466849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7DD2491A-0645-2586-A84F-B9C88E9A8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1825"/>
          </a:xfrm>
        </p:spPr>
        <p:txBody>
          <a:bodyPr/>
          <a:lstStyle/>
          <a:p>
            <a:pPr algn="ctr"/>
            <a:r>
              <a:rPr lang="es-MX" sz="4400" b="1" dirty="0">
                <a:solidFill>
                  <a:srgbClr val="8A2035"/>
                </a:solidFill>
                <a:latin typeface="Gotham Book" pitchFamily="50" charset="0"/>
              </a:rPr>
              <a:t>REQUISITOS OBLIGATORIOS</a:t>
            </a:r>
            <a:endParaRPr lang="es-MX" b="1" dirty="0">
              <a:solidFill>
                <a:srgbClr val="8A2035"/>
              </a:solidFill>
              <a:latin typeface="Gotham Book" pitchFamily="50" charset="0"/>
            </a:endParaRP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657F7A2-FA49-CE06-C5B7-22794621E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2095" y="1542076"/>
            <a:ext cx="6885489" cy="4782781"/>
          </a:xfrm>
        </p:spPr>
        <p:txBody>
          <a:bodyPr>
            <a:normAutofit fontScale="62500" lnSpcReduction="20000"/>
          </a:bodyPr>
          <a:lstStyle/>
          <a:p>
            <a:pPr marL="514350" indent="-514350" algn="just">
              <a:spcBef>
                <a:spcPts val="0"/>
              </a:spcBef>
              <a:buAutoNum type="arabicPeriod"/>
            </a:pPr>
            <a:r>
              <a:rPr lang="es-MX" dirty="0">
                <a:latin typeface="Gotham Light" pitchFamily="50" charset="0"/>
              </a:rPr>
              <a:t>Contar con la aprobación del jefe o jefa de división para el cambio a la modalidad dual.</a:t>
            </a:r>
          </a:p>
          <a:p>
            <a:pPr marL="514350" indent="-514350" algn="just">
              <a:spcBef>
                <a:spcPts val="0"/>
              </a:spcBef>
              <a:buAutoNum type="arabicPeriod"/>
            </a:pPr>
            <a:endParaRPr lang="es-MX" dirty="0">
              <a:latin typeface="Gotham Light" pitchFamily="50" charset="0"/>
            </a:endParaRPr>
          </a:p>
          <a:p>
            <a:pPr marL="514350" indent="-514350" algn="just">
              <a:spcBef>
                <a:spcPts val="0"/>
              </a:spcBef>
              <a:buAutoNum type="arabicPeriod"/>
            </a:pPr>
            <a:r>
              <a:rPr lang="es-MX" dirty="0">
                <a:latin typeface="Gotham Light" pitchFamily="50" charset="0"/>
              </a:rPr>
              <a:t>Ser estudiante regular </a:t>
            </a:r>
            <a:r>
              <a:rPr lang="es-MX" sz="2300" i="1" dirty="0">
                <a:latin typeface="Gotham Light" pitchFamily="50" charset="0"/>
              </a:rPr>
              <a:t>(</a:t>
            </a:r>
            <a:r>
              <a:rPr lang="es-MX" sz="2300" i="1" dirty="0">
                <a:solidFill>
                  <a:srgbClr val="FF0000"/>
                </a:solidFill>
                <a:latin typeface="Gotham Light" pitchFamily="50" charset="0"/>
              </a:rPr>
              <a:t>no adeudar materias</a:t>
            </a:r>
            <a:r>
              <a:rPr lang="es-MX" sz="2300" i="1" dirty="0">
                <a:latin typeface="Gotham Light" pitchFamily="50" charset="0"/>
              </a:rPr>
              <a:t>).</a:t>
            </a:r>
          </a:p>
          <a:p>
            <a:pPr marL="514350" indent="-514350" algn="just">
              <a:spcBef>
                <a:spcPts val="0"/>
              </a:spcBef>
              <a:buAutoNum type="arabicPeriod"/>
            </a:pPr>
            <a:endParaRPr lang="es-MX" dirty="0">
              <a:latin typeface="Gotham Light" pitchFamily="50" charset="0"/>
            </a:endParaRPr>
          </a:p>
          <a:p>
            <a:pPr marL="457200" indent="-457200" algn="just">
              <a:spcBef>
                <a:spcPts val="0"/>
              </a:spcBef>
              <a:buFont typeface="+mj-lt"/>
              <a:buAutoNum type="arabicPeriod"/>
            </a:pPr>
            <a:r>
              <a:rPr lang="es-MX" dirty="0">
                <a:latin typeface="Gotham Light" pitchFamily="50" charset="0"/>
              </a:rPr>
              <a:t>Tener un promedio mínimo de 80.</a:t>
            </a:r>
          </a:p>
          <a:p>
            <a:pPr marL="457200" indent="-457200" algn="just">
              <a:spcBef>
                <a:spcPts val="0"/>
              </a:spcBef>
              <a:buFont typeface="+mj-lt"/>
              <a:buAutoNum type="arabicPeriod"/>
            </a:pPr>
            <a:endParaRPr lang="es-MX" dirty="0">
              <a:latin typeface="Gotham Light" pitchFamily="50" charset="0"/>
            </a:endParaRPr>
          </a:p>
          <a:p>
            <a:pPr marL="457200" indent="-457200" algn="just">
              <a:spcBef>
                <a:spcPts val="0"/>
              </a:spcBef>
              <a:buFont typeface="+mj-lt"/>
              <a:buAutoNum type="arabicPeriod"/>
            </a:pPr>
            <a:r>
              <a:rPr lang="es-MX" dirty="0">
                <a:latin typeface="Gotham Light" pitchFamily="50" charset="0"/>
              </a:rPr>
              <a:t>Estar inscrito (a) en 6°, 7° u 8° semestre.</a:t>
            </a:r>
          </a:p>
          <a:p>
            <a:pPr marL="457200" indent="-457200" algn="just">
              <a:spcBef>
                <a:spcPts val="0"/>
              </a:spcBef>
              <a:buFont typeface="+mj-lt"/>
              <a:buAutoNum type="arabicPeriod"/>
            </a:pPr>
            <a:endParaRPr lang="es-MX" dirty="0">
              <a:latin typeface="Gotham Light" pitchFamily="50" charset="0"/>
            </a:endParaRPr>
          </a:p>
          <a:p>
            <a:pPr marL="457200" indent="-457200" algn="just">
              <a:spcBef>
                <a:spcPts val="0"/>
              </a:spcBef>
              <a:buFont typeface="+mj-lt"/>
              <a:buAutoNum type="arabicPeriod"/>
            </a:pPr>
            <a:r>
              <a:rPr lang="es-MX" dirty="0">
                <a:latin typeface="Gotham Light" pitchFamily="50" charset="0"/>
              </a:rPr>
              <a:t>Duración mínima en Modelo Dual de 1 año </a:t>
            </a:r>
            <a:r>
              <a:rPr lang="es-MX" sz="2300" i="1" dirty="0">
                <a:latin typeface="Gotham Light" pitchFamily="50" charset="0"/>
              </a:rPr>
              <a:t>(</a:t>
            </a:r>
            <a:r>
              <a:rPr lang="es-MX" sz="2300" i="1" dirty="0">
                <a:solidFill>
                  <a:srgbClr val="FF0000"/>
                </a:solidFill>
                <a:latin typeface="Gotham Light" pitchFamily="50" charset="0"/>
              </a:rPr>
              <a:t>2 semestres</a:t>
            </a:r>
            <a:r>
              <a:rPr lang="es-MX" sz="2300" i="1" dirty="0">
                <a:latin typeface="Gotham Light" pitchFamily="50" charset="0"/>
              </a:rPr>
              <a:t>)</a:t>
            </a:r>
            <a:r>
              <a:rPr lang="es-MX" sz="2300" dirty="0">
                <a:latin typeface="Gotham Light" pitchFamily="50" charset="0"/>
              </a:rPr>
              <a:t>.</a:t>
            </a:r>
          </a:p>
          <a:p>
            <a:pPr marL="457200" indent="-457200" algn="just">
              <a:spcBef>
                <a:spcPts val="0"/>
              </a:spcBef>
              <a:buFont typeface="+mj-lt"/>
              <a:buAutoNum type="arabicPeriod"/>
            </a:pPr>
            <a:endParaRPr lang="es-MX" sz="2300" dirty="0">
              <a:latin typeface="Gotham Light" pitchFamily="50" charset="0"/>
            </a:endParaRPr>
          </a:p>
          <a:p>
            <a:pPr marL="457200" indent="-457200" algn="just">
              <a:spcBef>
                <a:spcPts val="0"/>
              </a:spcBef>
              <a:buFont typeface="+mj-lt"/>
              <a:buAutoNum type="arabicPeriod"/>
            </a:pPr>
            <a:r>
              <a:rPr lang="es-MX" dirty="0">
                <a:latin typeface="Gotham Light" pitchFamily="50" charset="0"/>
              </a:rPr>
              <a:t>Verificar que exista un </a:t>
            </a:r>
            <a:r>
              <a:rPr lang="es-MX" b="1" dirty="0">
                <a:latin typeface="Gotham Light" pitchFamily="50" charset="0"/>
              </a:rPr>
              <a:t>Convenio en Marco de Colaboración en Modelo Dual </a:t>
            </a:r>
            <a:r>
              <a:rPr lang="es-MX" dirty="0">
                <a:latin typeface="Gotham Light" pitchFamily="50" charset="0"/>
              </a:rPr>
              <a:t>con la empresa y se encuentre vigente </a:t>
            </a:r>
            <a:r>
              <a:rPr lang="es-MX" sz="2300" i="1" dirty="0">
                <a:latin typeface="Gotham Light" pitchFamily="50" charset="0"/>
              </a:rPr>
              <a:t>(</a:t>
            </a:r>
            <a:r>
              <a:rPr lang="es-MX" sz="2300" i="1" dirty="0">
                <a:solidFill>
                  <a:srgbClr val="FF0000"/>
                </a:solidFill>
                <a:latin typeface="Gotham Light" pitchFamily="50" charset="0"/>
              </a:rPr>
              <a:t>Subdirección de Vinculación</a:t>
            </a:r>
            <a:r>
              <a:rPr lang="es-MX" sz="2300" i="1" dirty="0">
                <a:latin typeface="Gotham Light" pitchFamily="50" charset="0"/>
              </a:rPr>
              <a:t>)</a:t>
            </a:r>
            <a:r>
              <a:rPr lang="es-MX" dirty="0">
                <a:latin typeface="Gotham Light" pitchFamily="50" charset="0"/>
              </a:rPr>
              <a:t>.</a:t>
            </a:r>
          </a:p>
          <a:p>
            <a:pPr marL="457200" indent="-457200" algn="just">
              <a:spcBef>
                <a:spcPts val="0"/>
              </a:spcBef>
              <a:buFont typeface="+mj-lt"/>
              <a:buAutoNum type="arabicPeriod"/>
            </a:pPr>
            <a:endParaRPr lang="es-MX" dirty="0">
              <a:latin typeface="Gotham Light" pitchFamily="50" charset="0"/>
            </a:endParaRPr>
          </a:p>
          <a:p>
            <a:pPr marL="457200" indent="-457200" algn="just">
              <a:spcBef>
                <a:spcPts val="0"/>
              </a:spcBef>
              <a:buFont typeface="+mj-lt"/>
              <a:buAutoNum type="arabicPeriod"/>
            </a:pPr>
            <a:r>
              <a:rPr lang="es-MX" dirty="0">
                <a:latin typeface="Gotham Light" pitchFamily="50" charset="0"/>
              </a:rPr>
              <a:t>Llenar el código QR que se asigne, con los datos correctos y completos en relación al expediente físico que deberá entregarse, de lo contrario no se recibirá la documentación.</a:t>
            </a:r>
          </a:p>
          <a:p>
            <a:pPr marL="457200" indent="-457200" algn="just">
              <a:spcBef>
                <a:spcPts val="0"/>
              </a:spcBef>
              <a:buFont typeface="+mj-lt"/>
              <a:buAutoNum type="arabicPeriod"/>
            </a:pPr>
            <a:endParaRPr lang="es-MX" dirty="0">
              <a:latin typeface="Gotham Light" pitchFamily="50" charset="0"/>
            </a:endParaRPr>
          </a:p>
          <a:p>
            <a:pPr marL="457200" indent="-457200" algn="just">
              <a:spcBef>
                <a:spcPts val="0"/>
              </a:spcBef>
              <a:buFont typeface="+mj-lt"/>
              <a:buAutoNum type="arabicPeriod"/>
            </a:pPr>
            <a:r>
              <a:rPr lang="es-MX" dirty="0">
                <a:latin typeface="Gotham Light" pitchFamily="50" charset="0"/>
              </a:rPr>
              <a:t>Cumplir con la entrega de toda la documentación solicitada de manera física en las fechas señaladas en el calendario.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F1F7B10-C782-AAAC-4EED-4B55DD84306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4056" r="16939"/>
          <a:stretch/>
        </p:blipFill>
        <p:spPr>
          <a:xfrm>
            <a:off x="8333445" y="3555025"/>
            <a:ext cx="3858555" cy="293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26750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FD5CA-6CE3-2CA6-0181-88CE4C818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1802BC8-D948-1602-4332-08DC0F8C57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2842953" y="2842952"/>
            <a:ext cx="6858000" cy="117209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E2C6D6D-8263-A868-7CA7-A7731237F9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7271" y="259981"/>
            <a:ext cx="994734" cy="466849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C18DEB91-AAD1-4ECA-3ECD-6A1A0AFDB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9981"/>
            <a:ext cx="10515600" cy="739398"/>
          </a:xfrm>
        </p:spPr>
        <p:txBody>
          <a:bodyPr/>
          <a:lstStyle/>
          <a:p>
            <a:pPr algn="ctr"/>
            <a:r>
              <a:rPr lang="es-MX" sz="4400" dirty="0">
                <a:solidFill>
                  <a:srgbClr val="8A2035"/>
                </a:solidFill>
                <a:latin typeface="Gotham Book" pitchFamily="50" charset="0"/>
              </a:rPr>
              <a:t>DOCUMENTACIÓN FÍSICA</a:t>
            </a:r>
            <a:endParaRPr lang="es-MX" b="1" dirty="0">
              <a:solidFill>
                <a:srgbClr val="8A2035"/>
              </a:solidFill>
              <a:latin typeface="Gotham Book" pitchFamily="50" charset="0"/>
            </a:endParaRP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7C3878B-FD66-DF33-E84D-3BCDA0AD4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7374" y="1462608"/>
            <a:ext cx="7274245" cy="5246010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 algn="just">
              <a:buNone/>
            </a:pPr>
            <a:endParaRPr lang="es-MX" dirty="0">
              <a:latin typeface="Gotham" panose="02000604040000020004" pitchFamily="2" charset="0"/>
            </a:endParaRPr>
          </a:p>
          <a:p>
            <a:pPr marL="457200" indent="-457200" algn="just">
              <a:buAutoNum type="arabicPeriod"/>
            </a:pPr>
            <a:r>
              <a:rPr lang="es" sz="2900" dirty="0">
                <a:latin typeface="Gotham Light"/>
              </a:rPr>
              <a:t>Formato de Autorización y Asignaciones Académicas </a:t>
            </a:r>
            <a:r>
              <a:rPr lang="es-MX" sz="2900" dirty="0">
                <a:latin typeface="Gotham Light"/>
              </a:rPr>
              <a:t>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s-MX" sz="2100" i="1" dirty="0">
                <a:latin typeface="Gotham Light"/>
              </a:rPr>
              <a:t>(Asigna el Mentor Académico</a:t>
            </a:r>
            <a:r>
              <a:rPr lang="es-MX" sz="2300" dirty="0">
                <a:latin typeface="Open Sans"/>
                <a:ea typeface="Open Sans"/>
                <a:cs typeface="Open Sans"/>
              </a:rPr>
              <a:t>)</a:t>
            </a:r>
            <a:r>
              <a:rPr lang="es-MX" sz="2100" i="1" dirty="0">
                <a:latin typeface="Gotham Light"/>
              </a:rPr>
              <a:t>Se anexa ejemplo.</a:t>
            </a:r>
            <a:endParaRPr lang="es-MX" sz="2100" dirty="0">
              <a:latin typeface="Gotham Light" pitchFamily="50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s-MX" dirty="0">
                <a:latin typeface="Gotham Light" pitchFamily="50" charset="0"/>
              </a:rPr>
              <a:t>Kardex impreso por ambos lados de la hoja.</a:t>
            </a:r>
          </a:p>
          <a:p>
            <a:pPr marL="457200" indent="-457200" algn="just">
              <a:buFont typeface="+mj-lt"/>
              <a:buAutoNum type="arabicPeriod"/>
            </a:pPr>
            <a:endParaRPr lang="es-MX" dirty="0">
              <a:latin typeface="Gotham Light" pitchFamily="50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s-MX" dirty="0">
                <a:latin typeface="Gotham Light" pitchFamily="50" charset="0"/>
              </a:rPr>
              <a:t>Carta compromiso.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s-MX" sz="2100" i="1" dirty="0">
                <a:latin typeface="Gotham Light" pitchFamily="50" charset="0"/>
              </a:rPr>
              <a:t>Dirigida a la </a:t>
            </a:r>
            <a:r>
              <a:rPr lang="es-MX" sz="2100" i="1" dirty="0">
                <a:solidFill>
                  <a:srgbClr val="8A2035"/>
                </a:solidFill>
                <a:latin typeface="Gotham Light" pitchFamily="50" charset="0"/>
              </a:rPr>
              <a:t>MTRA. MICOL EDITH GENIS LÓPEZ, DIRECTORA ACADÉMICA,</a:t>
            </a:r>
            <a:r>
              <a:rPr lang="es-MX" sz="2100" i="1" dirty="0">
                <a:latin typeface="Gotham Light" pitchFamily="50" charset="0"/>
              </a:rPr>
              <a:t> comprometiéndose a dar cabal cumplimiento a lo estipulado en los lineamientos para el Modelo Dual.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s-MX" sz="2100" i="1" dirty="0">
              <a:latin typeface="Gotham Light" pitchFamily="50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s-MX" dirty="0">
                <a:latin typeface="Gotham Light" pitchFamily="50" charset="0"/>
              </a:rPr>
              <a:t>Acuse de la Carta de Presentación con firma y sello de recibido de la empresa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s-MX" sz="2100" i="1" dirty="0">
                <a:latin typeface="Gotham Light" pitchFamily="50" charset="0"/>
              </a:rPr>
              <a:t>Esté documento en original lo entrega la Dirección Académica mostrando los primeros 3 documentos</a:t>
            </a:r>
            <a:r>
              <a:rPr lang="es-MX" sz="2100" dirty="0">
                <a:latin typeface="Gotham Light" pitchFamily="50" charset="0"/>
              </a:rPr>
              <a:t>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s-MX" sz="2100" i="1" dirty="0">
                <a:latin typeface="Gotham Light" pitchFamily="50" charset="0"/>
              </a:rPr>
              <a:t>Para su elaboración, el o la estudiante deberá contar con</a:t>
            </a:r>
            <a:r>
              <a:rPr lang="es-MX" sz="2100" dirty="0">
                <a:latin typeface="Gotham Light" pitchFamily="50" charset="0"/>
              </a:rPr>
              <a:t>:</a:t>
            </a:r>
          </a:p>
          <a:p>
            <a:pPr lvl="2" algn="just">
              <a:buFont typeface="Wingdings" panose="05000000000000000000" pitchFamily="2" charset="2"/>
              <a:buChar char="ü"/>
            </a:pPr>
            <a:r>
              <a:rPr lang="es-MX" dirty="0">
                <a:solidFill>
                  <a:srgbClr val="FF0000"/>
                </a:solidFill>
                <a:latin typeface="Gotham Light" pitchFamily="50" charset="0"/>
              </a:rPr>
              <a:t>Nombre completo y grado académico de la persona a quien se dirige la carta.</a:t>
            </a:r>
          </a:p>
          <a:p>
            <a:pPr lvl="2" algn="just">
              <a:buFont typeface="Wingdings" panose="05000000000000000000" pitchFamily="2" charset="2"/>
              <a:buChar char="ü"/>
            </a:pPr>
            <a:r>
              <a:rPr lang="es-MX" dirty="0">
                <a:solidFill>
                  <a:srgbClr val="FF0000"/>
                </a:solidFill>
                <a:latin typeface="Gotham Light" pitchFamily="50" charset="0"/>
              </a:rPr>
              <a:t>Cargo de la misma persona dentro de la empresa.</a:t>
            </a:r>
          </a:p>
          <a:p>
            <a:pPr lvl="2" algn="just">
              <a:buFont typeface="Wingdings" panose="05000000000000000000" pitchFamily="2" charset="2"/>
              <a:buChar char="ü"/>
            </a:pPr>
            <a:r>
              <a:rPr lang="es-MX" dirty="0">
                <a:solidFill>
                  <a:srgbClr val="FF0000"/>
                </a:solidFill>
                <a:latin typeface="Gotham Light" pitchFamily="50" charset="0"/>
              </a:rPr>
              <a:t>Nombre de la empresa (razón social), de preferencia como se menciona en el convenio</a:t>
            </a:r>
            <a:r>
              <a:rPr lang="es-MX" i="1" dirty="0">
                <a:solidFill>
                  <a:srgbClr val="FF0000"/>
                </a:solidFill>
                <a:latin typeface="Gotham Light" pitchFamily="50" charset="0"/>
              </a:rPr>
              <a:t>.</a:t>
            </a:r>
          </a:p>
          <a:p>
            <a:endParaRPr lang="es-MX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2D799EB7-21E7-5A9B-63B0-83B7A9083F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833" b="88667" l="28556" r="70000">
                        <a14:foregroundMark x1="31667" y1="25500" x2="36111" y2="43500"/>
                        <a14:foregroundMark x1="28556" y1="22500" x2="35889" y2="71500"/>
                        <a14:foregroundMark x1="35889" y1="71500" x2="35222" y2="78667"/>
                        <a14:foregroundMark x1="38667" y1="18500" x2="60333" y2="13333"/>
                        <a14:foregroundMark x1="60333" y1="13333" x2="56778" y2="18667"/>
                        <a14:foregroundMark x1="41667" y1="16500" x2="57889" y2="11167"/>
                        <a14:foregroundMark x1="57889" y1="11167" x2="62333" y2="17667"/>
                        <a14:foregroundMark x1="62333" y1="17667" x2="62889" y2="19333"/>
                        <a14:foregroundMark x1="71889" y1="31333" x2="67667" y2="42833"/>
                        <a14:foregroundMark x1="67667" y1="42833" x2="68111" y2="74000"/>
                        <a14:foregroundMark x1="68111" y1="74000" x2="67778" y2="73833"/>
                        <a14:foregroundMark x1="70000" y1="30333" x2="70000" y2="41667"/>
                        <a14:foregroundMark x1="70000" y1="41667" x2="69667" y2="42500"/>
                        <a14:foregroundMark x1="63778" y1="84000" x2="53222" y2="84833"/>
                        <a14:foregroundMark x1="53222" y1="84833" x2="49000" y2="82833"/>
                        <a14:foregroundMark x1="62111" y1="86833" x2="58556" y2="88667"/>
                        <a14:foregroundMark x1="35333" y1="79000" x2="35444" y2="68667"/>
                        <a14:foregroundMark x1="59444" y1="10833" x2="61778" y2="15500"/>
                      </a14:backgroundRemoval>
                    </a14:imgEffect>
                  </a14:imgLayer>
                </a14:imgProps>
              </a:ext>
            </a:extLst>
          </a:blip>
          <a:srcRect l="27258" t="7487" r="27329" b="8207"/>
          <a:stretch/>
        </p:blipFill>
        <p:spPr>
          <a:xfrm>
            <a:off x="8897922" y="2607398"/>
            <a:ext cx="3014083" cy="373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403946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B93D3-0C85-611E-747F-143FE23E6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89ADD026-DABA-9F24-87DB-E4693A98B4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2842953" y="2842952"/>
            <a:ext cx="6858000" cy="117209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A054206-C5C9-BED2-23AD-89625F1D77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7271" y="259981"/>
            <a:ext cx="994734" cy="466849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708F7232-8E6A-3D10-2517-493C90A3C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1291"/>
          </a:xfrm>
        </p:spPr>
        <p:txBody>
          <a:bodyPr/>
          <a:lstStyle/>
          <a:p>
            <a:pPr algn="ctr"/>
            <a:r>
              <a:rPr lang="es-MX" sz="4400" dirty="0">
                <a:solidFill>
                  <a:srgbClr val="8A2035"/>
                </a:solidFill>
                <a:latin typeface="Gotham Book" pitchFamily="50" charset="0"/>
              </a:rPr>
              <a:t>DOCUMENTACIÓN FÍSICA</a:t>
            </a:r>
            <a:endParaRPr lang="es-MX" b="1" dirty="0">
              <a:solidFill>
                <a:srgbClr val="8A2035"/>
              </a:solidFill>
              <a:latin typeface="Gotham Book" pitchFamily="50" charset="0"/>
            </a:endParaRP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3BDCDB0-9BAA-B4CD-1351-49B257A61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4537" y="1637094"/>
            <a:ext cx="7201278" cy="48557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 algn="just">
              <a:buFont typeface="+mj-lt"/>
              <a:buAutoNum type="arabicPeriod" startAt="5"/>
            </a:pPr>
            <a:r>
              <a:rPr lang="es-MX" sz="2200" dirty="0">
                <a:latin typeface="Gotham Light" pitchFamily="50" charset="0"/>
              </a:rPr>
              <a:t>Carta de aceptación en original.</a:t>
            </a:r>
          </a:p>
          <a:p>
            <a:pPr marL="457200" indent="-457200" algn="just">
              <a:buFont typeface="+mj-lt"/>
              <a:buAutoNum type="arabicPeriod" startAt="5"/>
            </a:pPr>
            <a:endParaRPr lang="es-MX" sz="2200" dirty="0">
              <a:latin typeface="Gotham Light" pitchFamily="50" charset="0"/>
            </a:endParaRPr>
          </a:p>
          <a:p>
            <a:pPr marL="457200" indent="-457200" algn="just">
              <a:buFont typeface="+mj-lt"/>
              <a:buAutoNum type="arabicPeriod" startAt="5"/>
            </a:pPr>
            <a:r>
              <a:rPr lang="es-MX" sz="2200" dirty="0">
                <a:latin typeface="Gotham Light" pitchFamily="50" charset="0"/>
              </a:rPr>
              <a:t>Convenio individual de aprendizaje firmado y sellado por quienes corresponda</a:t>
            </a:r>
          </a:p>
          <a:p>
            <a:pPr marL="457200" indent="-457200" algn="just">
              <a:buAutoNum type="arabicPeriod"/>
            </a:pPr>
            <a:endParaRPr lang="es" sz="2200" dirty="0">
              <a:latin typeface="Open Sans"/>
              <a:ea typeface="Open Sans"/>
              <a:cs typeface="Open Sans"/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s-MX" sz="1600" i="1" dirty="0">
                <a:latin typeface="Gotham Light"/>
              </a:rPr>
              <a:t>Este documento lo comparte la Dirección Académica en conjunto con las indicaciones de llenado de manera presencial.</a:t>
            </a:r>
            <a:r>
              <a:rPr lang="es" sz="2200" dirty="0">
                <a:latin typeface="Gotham Light"/>
              </a:rPr>
              <a:t> </a:t>
            </a:r>
            <a:endParaRPr lang="es-MX" sz="2200">
              <a:latin typeface="Gotham Light"/>
            </a:endParaRPr>
          </a:p>
          <a:p>
            <a:pPr marL="457200" lvl="1" indent="0" algn="just">
              <a:buNone/>
            </a:pPr>
            <a:endParaRPr lang="es" sz="2200" dirty="0">
              <a:latin typeface="Gotham Light"/>
            </a:endParaRPr>
          </a:p>
          <a:p>
            <a:pPr marL="457200" lvl="1" indent="0" algn="just">
              <a:buNone/>
            </a:pPr>
            <a:r>
              <a:rPr lang="es" sz="2200" dirty="0">
                <a:latin typeface="Gotham Light"/>
              </a:rPr>
              <a:t>7. Formato de Asignación de Proyectos y Actividades</a:t>
            </a:r>
            <a:endParaRPr lang="es-MX" sz="2200">
              <a:latin typeface="Gotham Light"/>
            </a:endParaRPr>
          </a:p>
          <a:p>
            <a:pPr marL="457200" indent="-457200" algn="just">
              <a:buFont typeface="+mj-lt"/>
              <a:buAutoNum type="arabicPeriod" startAt="5"/>
            </a:pPr>
            <a:endParaRPr lang="es-MX" sz="1600" dirty="0">
              <a:latin typeface="Gotham Light" pitchFamily="50" charset="0"/>
            </a:endParaRPr>
          </a:p>
          <a:p>
            <a:pPr marL="457200" indent="-457200" algn="just">
              <a:buFont typeface="+mj-lt"/>
              <a:buAutoNum type="arabicPeriod" startAt="5"/>
            </a:pPr>
            <a:endParaRPr lang="es-MX" sz="2200" dirty="0">
              <a:highlight>
                <a:srgbClr val="FFFF00"/>
              </a:highlight>
              <a:latin typeface="Gotham Light"/>
            </a:endParaRP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s-MX" sz="1700" dirty="0">
              <a:solidFill>
                <a:srgbClr val="FF0000"/>
              </a:solidFill>
              <a:latin typeface="Gotham Light" pitchFamily="50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F9217FF-2957-BDFF-23C2-E9583105CA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9947" y="2951430"/>
            <a:ext cx="3562464" cy="356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315083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FB714-FF40-1B02-FE74-CAD87F4B8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62CC7A2A-E582-A7ED-C5C7-D9EF80E2D7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2842953" y="2842952"/>
            <a:ext cx="6858000" cy="117209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42077DE-342A-A48B-9A2D-1541FA91E8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7271" y="259981"/>
            <a:ext cx="994734" cy="466849"/>
          </a:xfrm>
          <a:prstGeom prst="rect">
            <a:avLst/>
          </a:prstGeom>
        </p:spPr>
      </p:pic>
      <p:sp>
        <p:nvSpPr>
          <p:cNvPr id="2" name="Marcador de posición de imagen 1">
            <a:extLst>
              <a:ext uri="{FF2B5EF4-FFF2-40B4-BE49-F238E27FC236}">
                <a16:creationId xmlns:a16="http://schemas.microsoft.com/office/drawing/2014/main" id="{011763FA-61C9-2C6A-DFE0-87B2B4B308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77812" y="2001472"/>
            <a:ext cx="3448188" cy="1804504"/>
          </a:xfrm>
        </p:spPr>
        <p:txBody>
          <a:bodyPr/>
          <a:lstStyle/>
          <a:p>
            <a:pPr marL="0" indent="0" algn="ctr">
              <a:buNone/>
            </a:pPr>
            <a:r>
              <a:rPr lang="es-MX" sz="3200" b="1" u="sng" dirty="0">
                <a:solidFill>
                  <a:srgbClr val="8A2035"/>
                </a:solidFill>
                <a:latin typeface="Gotham Book" pitchFamily="50" charset="0"/>
              </a:rPr>
              <a:t>IMPORTANTE</a:t>
            </a:r>
          </a:p>
          <a:p>
            <a:pPr marL="0" indent="0" algn="ctr">
              <a:buNone/>
            </a:pPr>
            <a:r>
              <a:rPr lang="es-MX" sz="2400" dirty="0">
                <a:latin typeface="Gotham Light" pitchFamily="50" charset="0"/>
              </a:rPr>
              <a:t>El trámite para Modelo Dual </a:t>
            </a:r>
            <a:r>
              <a:rPr lang="es-MX" sz="2400" b="1" u="sng" dirty="0">
                <a:solidFill>
                  <a:srgbClr val="8A2035"/>
                </a:solidFill>
                <a:latin typeface="Gotham Light" pitchFamily="50" charset="0"/>
              </a:rPr>
              <a:t>NO SERÁ VALIDO </a:t>
            </a:r>
            <a:r>
              <a:rPr lang="es-MX" sz="2400" dirty="0">
                <a:latin typeface="Gotham Light" pitchFamily="50" charset="0"/>
              </a:rPr>
              <a:t>si:</a:t>
            </a:r>
          </a:p>
          <a:p>
            <a:pPr marL="0" indent="0">
              <a:buNone/>
            </a:pPr>
            <a:endParaRPr lang="es-MX" b="1" dirty="0">
              <a:solidFill>
                <a:srgbClr val="8A2035"/>
              </a:solidFill>
              <a:latin typeface="Gotham Book" pitchFamily="50" charset="0"/>
            </a:endParaRPr>
          </a:p>
        </p:txBody>
      </p:sp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3E090FA7-F2E9-2982-8429-C77BC16D995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31718" y="853440"/>
            <a:ext cx="6880288" cy="5354320"/>
          </a:xfrm>
        </p:spPr>
        <p:txBody>
          <a:bodyPr>
            <a:normAutofit fontScale="92500"/>
          </a:bodyPr>
          <a:lstStyle/>
          <a:p>
            <a:pPr algn="just"/>
            <a:r>
              <a:rPr lang="es-MX" sz="2800" dirty="0">
                <a:latin typeface="Gotham Light"/>
              </a:rPr>
              <a:t>No existe convenio con la empresa deseada, o el tiempo de vigencia </a:t>
            </a:r>
            <a:r>
              <a:rPr lang="es-MX" dirty="0">
                <a:latin typeface="Gotham Light"/>
              </a:rPr>
              <a:t>concluyo</a:t>
            </a:r>
            <a:r>
              <a:rPr lang="es-MX" sz="2800" dirty="0">
                <a:latin typeface="Gotham Light"/>
              </a:rPr>
              <a:t>.</a:t>
            </a:r>
          </a:p>
          <a:p>
            <a:pPr algn="just"/>
            <a:r>
              <a:rPr lang="es-MX" sz="2800" dirty="0">
                <a:latin typeface="Gotham Light" pitchFamily="50" charset="0"/>
              </a:rPr>
              <a:t>No se cuenta con expediente físico completo, así se haya realizado el registro en el código QR.</a:t>
            </a:r>
          </a:p>
          <a:p>
            <a:pPr algn="just"/>
            <a:r>
              <a:rPr lang="es-MX" sz="2800" dirty="0">
                <a:latin typeface="Gotham Light" pitchFamily="50" charset="0"/>
              </a:rPr>
              <a:t>Se quiere entregar la documentación fuera de las fechas estipuladas por la Dirección Académica y el/la estudiante se está presentando en la empresa.</a:t>
            </a:r>
          </a:p>
          <a:p>
            <a:pPr algn="just"/>
            <a:r>
              <a:rPr lang="es-MX" sz="2800" dirty="0">
                <a:latin typeface="Gotham Light" pitchFamily="50" charset="0"/>
              </a:rPr>
              <a:t>El expediente físico no coincide con la información declarada en el registro digital </a:t>
            </a:r>
            <a:r>
              <a:rPr lang="es-MX" sz="2600" dirty="0">
                <a:latin typeface="Gotham Light" pitchFamily="50" charset="0"/>
              </a:rPr>
              <a:t>(</a:t>
            </a:r>
            <a:r>
              <a:rPr lang="es-MX" sz="2200" i="1" dirty="0">
                <a:latin typeface="Gotham Light" pitchFamily="50" charset="0"/>
              </a:rPr>
              <a:t>empresa, proyecto, fechas, mentor, etc.</a:t>
            </a:r>
            <a:r>
              <a:rPr lang="es-MX" sz="2600" dirty="0">
                <a:latin typeface="Gotham Light" pitchFamily="50" charset="0"/>
              </a:rPr>
              <a:t>) </a:t>
            </a:r>
            <a:endParaRPr lang="es-MX" sz="2800" dirty="0">
              <a:latin typeface="Gotham Light" pitchFamily="50" charset="0"/>
            </a:endParaRPr>
          </a:p>
          <a:p>
            <a:endParaRPr lang="es-MX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AD16694-3BAC-E80B-E9D5-9A75AC320E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7000" r="93750">
                        <a14:foregroundMark x1="7250" y1="82500" x2="8250" y2="85500"/>
                        <a14:foregroundMark x1="93750" y1="85500" x2="93750" y2="87250"/>
                        <a14:foregroundMark x1="49250" y1="42250" x2="49500" y2="76000"/>
                        <a14:foregroundMark x1="29750" y1="74250" x2="39000" y2="59500"/>
                        <a14:foregroundMark x1="74500" y1="78000" x2="62250" y2="54500"/>
                        <a14:foregroundMark x1="50000" y1="26750" x2="41000" y2="43500"/>
                        <a14:foregroundMark x1="41000" y1="43500" x2="41750" y2="57500"/>
                        <a14:foregroundMark x1="41750" y1="57500" x2="25500" y2="75250"/>
                        <a14:foregroundMark x1="25500" y1="75250" x2="33250" y2="72000"/>
                        <a14:foregroundMark x1="58000" y1="65750" x2="69000" y2="78500"/>
                        <a14:foregroundMark x1="69000" y1="78500" x2="69500" y2="56500"/>
                        <a14:foregroundMark x1="69500" y1="56500" x2="50500" y2="24500"/>
                        <a14:foregroundMark x1="57750" y1="44000" x2="56250" y2="71500"/>
                        <a14:foregroundMark x1="56250" y1="71500" x2="64250" y2="81750"/>
                        <a14:foregroundMark x1="64250" y1="81750" x2="80750" y2="81500"/>
                        <a14:foregroundMark x1="80750" y1="81500" x2="72750" y2="66250"/>
                        <a14:foregroundMark x1="39000" y1="53000" x2="22250" y2="69000"/>
                        <a14:foregroundMark x1="22250" y1="69000" x2="29750" y2="80750"/>
                        <a14:foregroundMark x1="29750" y1="80750" x2="44250" y2="71500"/>
                        <a14:foregroundMark x1="44250" y1="71500" x2="40000" y2="56500"/>
                        <a14:foregroundMark x1="40000" y1="56500" x2="39750" y2="562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99896" y="3594226"/>
            <a:ext cx="1938949" cy="193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348837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38228-1D95-E767-F169-2A157E122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363375C-8932-3F4A-918D-498EAABBB8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2842953" y="2842952"/>
            <a:ext cx="6858000" cy="117209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19B6933-3C77-7068-6D4E-116666C38D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7271" y="259981"/>
            <a:ext cx="994734" cy="466849"/>
          </a:xfrm>
          <a:prstGeom prst="rect">
            <a:avLst/>
          </a:prstGeom>
        </p:spPr>
      </p:pic>
      <p:sp>
        <p:nvSpPr>
          <p:cNvPr id="9" name="TextBox 44">
            <a:extLst>
              <a:ext uri="{FF2B5EF4-FFF2-40B4-BE49-F238E27FC236}">
                <a16:creationId xmlns:a16="http://schemas.microsoft.com/office/drawing/2014/main" id="{ECFE33BB-9DB4-89B7-D1FE-F8534C2906BA}"/>
              </a:ext>
            </a:extLst>
          </p:cNvPr>
          <p:cNvSpPr txBox="1"/>
          <p:nvPr/>
        </p:nvSpPr>
        <p:spPr>
          <a:xfrm>
            <a:off x="1381119" y="839277"/>
            <a:ext cx="10216370" cy="9848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3200" b="1" dirty="0">
                <a:solidFill>
                  <a:srgbClr val="8A2035"/>
                </a:solidFill>
                <a:latin typeface="GOTHAM-BOOK"/>
                <a:ea typeface="Open Sans"/>
                <a:cs typeface="Rubik"/>
              </a:rPr>
              <a:t>NOTA: </a:t>
            </a:r>
            <a:r>
              <a:rPr lang="es-MX" sz="2600" dirty="0">
                <a:latin typeface="Gotham Light"/>
              </a:rPr>
              <a:t>La Dirección Académica asignará la liga OneDrive a través de la cuál podrán descargar los siguientes formatos:</a:t>
            </a:r>
            <a:endParaRPr lang="en-US" sz="3200" b="1" dirty="0">
              <a:solidFill>
                <a:srgbClr val="8A2035"/>
              </a:solidFill>
              <a:latin typeface="Gotham Light"/>
              <a:ea typeface="Open Sans" panose="020B0606030504020204" pitchFamily="34" charset="0"/>
              <a:cs typeface="Rubik" pitchFamily="2" charset="-79"/>
            </a:endParaRPr>
          </a:p>
        </p:txBody>
      </p:sp>
      <p:sp>
        <p:nvSpPr>
          <p:cNvPr id="11" name="TextBox 46">
            <a:extLst>
              <a:ext uri="{FF2B5EF4-FFF2-40B4-BE49-F238E27FC236}">
                <a16:creationId xmlns:a16="http://schemas.microsoft.com/office/drawing/2014/main" id="{371A6C5E-2DC6-E1E1-13AA-62D70CACCB5A}"/>
              </a:ext>
            </a:extLst>
          </p:cNvPr>
          <p:cNvSpPr txBox="1"/>
          <p:nvPr/>
        </p:nvSpPr>
        <p:spPr>
          <a:xfrm>
            <a:off x="1806848" y="2224496"/>
            <a:ext cx="6149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D8C4A5"/>
                </a:solidFill>
                <a:latin typeface="GOTHAM-BOOK" panose="02000504050000020004" pitchFamily="2" charset="0"/>
                <a:ea typeface="Noto Serif" panose="02020600060500020200" pitchFamily="18" charset="0"/>
                <a:cs typeface="Noto Serif" panose="02020600060500020200" pitchFamily="18" charset="0"/>
              </a:rPr>
              <a:t>01</a:t>
            </a:r>
            <a:endParaRPr lang="id-ID" sz="3200" b="1" dirty="0">
              <a:solidFill>
                <a:srgbClr val="D8C4A5"/>
              </a:solidFill>
              <a:latin typeface="GOTHAM-BOOK" panose="02000504050000020004" pitchFamily="2" charset="0"/>
              <a:ea typeface="Noto Serif" panose="02020600060500020200" pitchFamily="18" charset="0"/>
              <a:cs typeface="Noto Serif" panose="02020600060500020200" pitchFamily="18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A955E14-DDA6-47BE-8124-A562E3421D96}"/>
              </a:ext>
            </a:extLst>
          </p:cNvPr>
          <p:cNvSpPr txBox="1"/>
          <p:nvPr/>
        </p:nvSpPr>
        <p:spPr>
          <a:xfrm>
            <a:off x="2383362" y="2715360"/>
            <a:ext cx="85234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s-MX" dirty="0">
                <a:latin typeface="Gotham Light" pitchFamily="50" charset="0"/>
              </a:rPr>
              <a:t>Competencias correspondientes a la división académica </a:t>
            </a:r>
            <a:endParaRPr lang="es-MX" sz="1400" dirty="0">
              <a:latin typeface="Gotham Light" pitchFamily="50" charset="0"/>
            </a:endParaRPr>
          </a:p>
        </p:txBody>
      </p:sp>
      <p:sp>
        <p:nvSpPr>
          <p:cNvPr id="4" name="TextBox 46">
            <a:extLst>
              <a:ext uri="{FF2B5EF4-FFF2-40B4-BE49-F238E27FC236}">
                <a16:creationId xmlns:a16="http://schemas.microsoft.com/office/drawing/2014/main" id="{AC52DAD3-2425-4678-BDA5-320E5A331994}"/>
              </a:ext>
            </a:extLst>
          </p:cNvPr>
          <p:cNvSpPr txBox="1"/>
          <p:nvPr/>
        </p:nvSpPr>
        <p:spPr>
          <a:xfrm>
            <a:off x="1799750" y="2704340"/>
            <a:ext cx="614927" cy="595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D8C4A5"/>
                </a:solidFill>
                <a:latin typeface="GOTHAM-BOOK" panose="02000504050000020004" pitchFamily="2" charset="0"/>
                <a:ea typeface="Noto Serif" panose="02020600060500020200" pitchFamily="18" charset="0"/>
                <a:cs typeface="Noto Serif" panose="02020600060500020200" pitchFamily="18" charset="0"/>
              </a:rPr>
              <a:t>02</a:t>
            </a:r>
            <a:endParaRPr lang="id-ID" sz="3200" b="1" dirty="0">
              <a:solidFill>
                <a:srgbClr val="D8C4A5"/>
              </a:solidFill>
              <a:latin typeface="GOTHAM-BOOK" panose="02000504050000020004" pitchFamily="2" charset="0"/>
              <a:ea typeface="Noto Serif" panose="02020600060500020200" pitchFamily="18" charset="0"/>
              <a:cs typeface="Noto Serif" panose="02020600060500020200" pitchFamily="18" charset="0"/>
            </a:endParaRPr>
          </a:p>
        </p:txBody>
      </p:sp>
      <p:sp>
        <p:nvSpPr>
          <p:cNvPr id="5" name="TextBox 46">
            <a:extLst>
              <a:ext uri="{FF2B5EF4-FFF2-40B4-BE49-F238E27FC236}">
                <a16:creationId xmlns:a16="http://schemas.microsoft.com/office/drawing/2014/main" id="{E72CD2BE-345E-E3E8-B846-5C10F9B25222}"/>
              </a:ext>
            </a:extLst>
          </p:cNvPr>
          <p:cNvSpPr txBox="1"/>
          <p:nvPr/>
        </p:nvSpPr>
        <p:spPr>
          <a:xfrm>
            <a:off x="1803300" y="3091672"/>
            <a:ext cx="6149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D8C4A5"/>
                </a:solidFill>
                <a:latin typeface="GOTHAM-BOOK" panose="02000504050000020004" pitchFamily="2" charset="0"/>
                <a:ea typeface="Noto Serif" panose="02020600060500020200" pitchFamily="18" charset="0"/>
                <a:cs typeface="Noto Serif" panose="02020600060500020200" pitchFamily="18" charset="0"/>
              </a:rPr>
              <a:t>03</a:t>
            </a:r>
            <a:endParaRPr lang="id-ID" sz="3200" b="1" dirty="0">
              <a:solidFill>
                <a:srgbClr val="D8C4A5"/>
              </a:solidFill>
              <a:latin typeface="GOTHAM-BOOK" panose="02000504050000020004" pitchFamily="2" charset="0"/>
              <a:ea typeface="Noto Serif" panose="02020600060500020200" pitchFamily="18" charset="0"/>
              <a:cs typeface="Noto Serif" panose="02020600060500020200" pitchFamily="18" charset="0"/>
            </a:endParaRPr>
          </a:p>
        </p:txBody>
      </p:sp>
      <p:sp>
        <p:nvSpPr>
          <p:cNvPr id="6" name="TextBox 46">
            <a:extLst>
              <a:ext uri="{FF2B5EF4-FFF2-40B4-BE49-F238E27FC236}">
                <a16:creationId xmlns:a16="http://schemas.microsoft.com/office/drawing/2014/main" id="{718CD0C1-5652-CA1E-D75B-5A8B627159D4}"/>
              </a:ext>
            </a:extLst>
          </p:cNvPr>
          <p:cNvSpPr txBox="1"/>
          <p:nvPr/>
        </p:nvSpPr>
        <p:spPr>
          <a:xfrm>
            <a:off x="1775532" y="3572949"/>
            <a:ext cx="7715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D8C4A5"/>
                </a:solidFill>
                <a:latin typeface="GOTHAM-BOOK" panose="02000504050000020004" pitchFamily="2" charset="0"/>
                <a:ea typeface="Noto Serif" panose="02020600060500020200" pitchFamily="18" charset="0"/>
                <a:cs typeface="Noto Serif" panose="02020600060500020200" pitchFamily="18" charset="0"/>
              </a:rPr>
              <a:t>04</a:t>
            </a:r>
            <a:endParaRPr lang="id-ID" sz="3200" b="1" dirty="0">
              <a:solidFill>
                <a:srgbClr val="D8C4A5"/>
              </a:solidFill>
              <a:latin typeface="GOTHAM-BOOK" panose="02000504050000020004" pitchFamily="2" charset="0"/>
              <a:ea typeface="Noto Serif" panose="02020600060500020200" pitchFamily="18" charset="0"/>
              <a:cs typeface="Noto Serif" panose="02020600060500020200" pitchFamily="18" charset="0"/>
            </a:endParaRPr>
          </a:p>
        </p:txBody>
      </p:sp>
      <p:sp>
        <p:nvSpPr>
          <p:cNvPr id="10" name="TextBox 46">
            <a:extLst>
              <a:ext uri="{FF2B5EF4-FFF2-40B4-BE49-F238E27FC236}">
                <a16:creationId xmlns:a16="http://schemas.microsoft.com/office/drawing/2014/main" id="{38D958A6-ACE3-4D1B-FDB9-5D1C1BA2D67D}"/>
              </a:ext>
            </a:extLst>
          </p:cNvPr>
          <p:cNvSpPr txBox="1"/>
          <p:nvPr/>
        </p:nvSpPr>
        <p:spPr>
          <a:xfrm>
            <a:off x="1737120" y="4921947"/>
            <a:ext cx="771502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b="1" dirty="0">
                <a:solidFill>
                  <a:srgbClr val="D8C4A5"/>
                </a:solidFill>
                <a:latin typeface="GOTHAM-BOOK"/>
                <a:ea typeface="Noto Serif"/>
                <a:cs typeface="Noto Serif"/>
              </a:rPr>
              <a:t>07</a:t>
            </a:r>
            <a:endParaRPr lang="id-ID" sz="3200" b="1" dirty="0">
              <a:solidFill>
                <a:srgbClr val="D8C4A5"/>
              </a:solidFill>
              <a:latin typeface="GOTHAM-BOOK" panose="02000504050000020004" pitchFamily="2" charset="0"/>
              <a:ea typeface="Noto Serif" panose="02020600060500020200" pitchFamily="18" charset="0"/>
              <a:cs typeface="Noto Serif" panose="02020600060500020200" pitchFamily="18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FD54CA9-FE7C-5C05-104D-08D441DDE7BE}"/>
              </a:ext>
            </a:extLst>
          </p:cNvPr>
          <p:cNvSpPr txBox="1"/>
          <p:nvPr/>
        </p:nvSpPr>
        <p:spPr>
          <a:xfrm>
            <a:off x="2380022" y="41826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s-MX" dirty="0">
                <a:latin typeface="Gotham Light" pitchFamily="50" charset="0"/>
              </a:rPr>
              <a:t>Formato 5.4 </a:t>
            </a:r>
            <a:endParaRPr lang="es-MX" sz="1400" dirty="0">
              <a:latin typeface="Gotham Light" pitchFamily="50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3BC8849-91DD-7CD7-C38D-F1E03E552FC2}"/>
              </a:ext>
            </a:extLst>
          </p:cNvPr>
          <p:cNvSpPr txBox="1"/>
          <p:nvPr/>
        </p:nvSpPr>
        <p:spPr>
          <a:xfrm>
            <a:off x="2380022" y="454383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s-MX" dirty="0">
                <a:latin typeface="Gotham Light" pitchFamily="50" charset="0"/>
              </a:rPr>
              <a:t>Formato 5.5.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8D57494-F75F-EDB4-2D3D-01ADFE4DA86B}"/>
              </a:ext>
            </a:extLst>
          </p:cNvPr>
          <p:cNvSpPr txBox="1"/>
          <p:nvPr/>
        </p:nvSpPr>
        <p:spPr>
          <a:xfrm>
            <a:off x="2380022" y="4918569"/>
            <a:ext cx="8081160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s-MX" dirty="0">
                <a:latin typeface="Gotham Light"/>
              </a:rPr>
              <a:t>FOR-009-04 Acta de calificación-Carta de término.</a:t>
            </a:r>
            <a:br>
              <a:rPr lang="es-MX" sz="1400" dirty="0">
                <a:latin typeface="Gotham Light" pitchFamily="50" charset="0"/>
              </a:rPr>
            </a:br>
            <a:r>
              <a:rPr lang="es-MX" sz="1400" dirty="0">
                <a:latin typeface="Gotham Light"/>
              </a:rPr>
              <a:t>(</a:t>
            </a:r>
            <a:r>
              <a:rPr lang="es-MX" sz="1400" i="1" dirty="0">
                <a:latin typeface="Gotham Light"/>
              </a:rPr>
              <a:t>se descarga de la página www.teschi.edu.mx/SGI/PRO-09</a:t>
            </a:r>
            <a:r>
              <a:rPr lang="es-MX" sz="1400" dirty="0">
                <a:latin typeface="Gotham Light"/>
              </a:rPr>
              <a:t>)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95951A1-50DA-9AEB-659F-93F9E3C62204}"/>
              </a:ext>
            </a:extLst>
          </p:cNvPr>
          <p:cNvSpPr txBox="1"/>
          <p:nvPr/>
        </p:nvSpPr>
        <p:spPr>
          <a:xfrm>
            <a:off x="2418435" y="55412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s-MX" dirty="0">
                <a:latin typeface="Gotham Light" pitchFamily="50" charset="0"/>
              </a:rPr>
              <a:t>Proyecto concluido.</a:t>
            </a:r>
          </a:p>
        </p:txBody>
      </p:sp>
      <p:sp>
        <p:nvSpPr>
          <p:cNvPr id="2" name="TextBox 46">
            <a:extLst>
              <a:ext uri="{FF2B5EF4-FFF2-40B4-BE49-F238E27FC236}">
                <a16:creationId xmlns:a16="http://schemas.microsoft.com/office/drawing/2014/main" id="{85B3D348-CD16-F017-1F01-71432D4CCE6E}"/>
              </a:ext>
            </a:extLst>
          </p:cNvPr>
          <p:cNvSpPr txBox="1"/>
          <p:nvPr/>
        </p:nvSpPr>
        <p:spPr>
          <a:xfrm>
            <a:off x="1778873" y="5435425"/>
            <a:ext cx="771502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b="1" dirty="0">
                <a:solidFill>
                  <a:srgbClr val="D8C4A5"/>
                </a:solidFill>
                <a:latin typeface="GOTHAM-BOOK"/>
                <a:ea typeface="Noto Serif"/>
                <a:cs typeface="Noto Serif"/>
              </a:rPr>
              <a:t>08</a:t>
            </a:r>
            <a:endParaRPr lang="id-ID" sz="3200" b="1" dirty="0">
              <a:solidFill>
                <a:srgbClr val="D8C4A5"/>
              </a:solidFill>
              <a:latin typeface="GOTHAM-BOOK" panose="02000504050000020004" pitchFamily="2" charset="0"/>
              <a:ea typeface="Noto Serif" panose="02020600060500020200" pitchFamily="18" charset="0"/>
              <a:cs typeface="Noto Serif" panose="02020600060500020200" pitchFamily="18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65D3BFE-A1CB-24C5-1A14-0C24407EB37B}"/>
              </a:ext>
            </a:extLst>
          </p:cNvPr>
          <p:cNvSpPr txBox="1"/>
          <p:nvPr/>
        </p:nvSpPr>
        <p:spPr>
          <a:xfrm>
            <a:off x="2397350" y="2343716"/>
            <a:ext cx="85234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s-MX" dirty="0">
                <a:latin typeface="Gotham Light" pitchFamily="50" charset="0"/>
              </a:rPr>
              <a:t>Calendario de entrega de documentación física</a:t>
            </a:r>
            <a:endParaRPr lang="es-MX" sz="1400" dirty="0">
              <a:latin typeface="Gotham Light" pitchFamily="50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C69E1CD-A291-1373-18C7-41F5E26F4988}"/>
              </a:ext>
            </a:extLst>
          </p:cNvPr>
          <p:cNvSpPr txBox="1"/>
          <p:nvPr/>
        </p:nvSpPr>
        <p:spPr>
          <a:xfrm>
            <a:off x="10647643" y="5748950"/>
            <a:ext cx="1022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altLang="es-MX" dirty="0">
                <a:latin typeface="Arial" panose="020B0604020202020204" pitchFamily="34" charset="0"/>
                <a:hlinkClick r:id="rId5"/>
              </a:rPr>
              <a:t>2025-1</a:t>
            </a:r>
            <a:endParaRPr lang="es-MX" altLang="es-MX" dirty="0">
              <a:latin typeface="Arial" panose="020B0604020202020204" pitchFamily="34" charset="0"/>
            </a:endParaRPr>
          </a:p>
          <a:p>
            <a:endParaRPr lang="es-MX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B3DF44B-1427-F64F-9B4D-70175D8E253D}"/>
              </a:ext>
            </a:extLst>
          </p:cNvPr>
          <p:cNvSpPr txBox="1"/>
          <p:nvPr/>
        </p:nvSpPr>
        <p:spPr>
          <a:xfrm>
            <a:off x="2393800" y="3091140"/>
            <a:ext cx="8523471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s-MX" dirty="0">
                <a:latin typeface="Gotham Light"/>
              </a:rPr>
              <a:t>For-009-01 Autorización y </a:t>
            </a:r>
            <a:r>
              <a:rPr lang="es-MX" dirty="0" err="1">
                <a:latin typeface="Gotham Light"/>
              </a:rPr>
              <a:t>Asignaciónes</a:t>
            </a:r>
            <a:r>
              <a:rPr lang="es-MX" dirty="0">
                <a:latin typeface="Gotham Light"/>
              </a:rPr>
              <a:t> Académicas</a:t>
            </a:r>
            <a:br>
              <a:rPr lang="es-MX" dirty="0">
                <a:latin typeface="Gotham Light"/>
              </a:rPr>
            </a:br>
            <a:r>
              <a:rPr lang="es-MX" sz="1400" dirty="0">
                <a:latin typeface="Calibri"/>
                <a:ea typeface="Calibri"/>
                <a:cs typeface="Calibri"/>
              </a:rPr>
              <a:t>(</a:t>
            </a:r>
            <a:r>
              <a:rPr lang="es-MX" sz="1400" i="1" dirty="0">
                <a:latin typeface="Calibri"/>
                <a:ea typeface="Calibri"/>
                <a:cs typeface="Calibri"/>
              </a:rPr>
              <a:t>se descarga de la página www.teschi.edu.mx/SGI/PRO-09</a:t>
            </a:r>
            <a:r>
              <a:rPr lang="es-MX" sz="1400" dirty="0">
                <a:latin typeface="Calibri"/>
                <a:ea typeface="Calibri"/>
                <a:cs typeface="Calibri"/>
              </a:rPr>
              <a:t>)</a:t>
            </a:r>
            <a:endParaRPr lang="es-MX" sz="1400" dirty="0">
              <a:latin typeface="Gotham Light" pitchFamily="50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5CF4888F-E54A-AE9E-90EE-B599E2004D1E}"/>
              </a:ext>
            </a:extLst>
          </p:cNvPr>
          <p:cNvSpPr txBox="1"/>
          <p:nvPr/>
        </p:nvSpPr>
        <p:spPr>
          <a:xfrm>
            <a:off x="2383362" y="3675687"/>
            <a:ext cx="8523471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s-MX" dirty="0">
                <a:latin typeface="Gotham Light"/>
              </a:rPr>
              <a:t>For-009-03 Asignación de Proyecto y Actividades en la UE</a:t>
            </a:r>
          </a:p>
          <a:p>
            <a:pPr lvl="1"/>
            <a:r>
              <a:rPr lang="es-MX" sz="1400" dirty="0">
                <a:ea typeface="+mn-lt"/>
                <a:cs typeface="+mn-lt"/>
              </a:rPr>
              <a:t>(</a:t>
            </a:r>
            <a:r>
              <a:rPr lang="es-MX" sz="1400" i="1" dirty="0">
                <a:ea typeface="+mn-lt"/>
                <a:cs typeface="+mn-lt"/>
              </a:rPr>
              <a:t>se descarga de la página www.teschi.edu.mx/SGI/PRO-09</a:t>
            </a:r>
            <a:r>
              <a:rPr lang="es-MX" sz="1400" dirty="0">
                <a:ea typeface="+mn-lt"/>
                <a:cs typeface="+mn-lt"/>
              </a:rPr>
              <a:t>)</a:t>
            </a:r>
            <a:endParaRPr lang="es-MX" dirty="0"/>
          </a:p>
        </p:txBody>
      </p:sp>
      <p:sp>
        <p:nvSpPr>
          <p:cNvPr id="24" name="TextBox 46">
            <a:extLst>
              <a:ext uri="{FF2B5EF4-FFF2-40B4-BE49-F238E27FC236}">
                <a16:creationId xmlns:a16="http://schemas.microsoft.com/office/drawing/2014/main" id="{A74AE9B6-9264-8B74-5E83-FB38AFC93193}"/>
              </a:ext>
            </a:extLst>
          </p:cNvPr>
          <p:cNvSpPr txBox="1"/>
          <p:nvPr/>
        </p:nvSpPr>
        <p:spPr>
          <a:xfrm>
            <a:off x="1740042" y="4069815"/>
            <a:ext cx="771502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b="1" dirty="0">
                <a:solidFill>
                  <a:srgbClr val="D8C4A5"/>
                </a:solidFill>
                <a:latin typeface="GOTHAM-BOOK"/>
                <a:ea typeface="Noto Serif"/>
                <a:cs typeface="Noto Serif"/>
              </a:rPr>
              <a:t>05</a:t>
            </a:r>
            <a:endParaRPr lang="id-ID" sz="3200" b="1" dirty="0">
              <a:solidFill>
                <a:srgbClr val="D8C4A5"/>
              </a:solidFill>
              <a:latin typeface="GOTHAM-BOOK" panose="02000504050000020004" pitchFamily="2" charset="0"/>
              <a:ea typeface="Noto Serif" panose="02020600060500020200" pitchFamily="18" charset="0"/>
              <a:cs typeface="Noto Serif" panose="02020600060500020200" pitchFamily="18" charset="0"/>
            </a:endParaRPr>
          </a:p>
        </p:txBody>
      </p:sp>
      <p:sp>
        <p:nvSpPr>
          <p:cNvPr id="26" name="TextBox 46">
            <a:extLst>
              <a:ext uri="{FF2B5EF4-FFF2-40B4-BE49-F238E27FC236}">
                <a16:creationId xmlns:a16="http://schemas.microsoft.com/office/drawing/2014/main" id="{915B73B5-625F-30EE-5A02-18D5E140761D}"/>
              </a:ext>
            </a:extLst>
          </p:cNvPr>
          <p:cNvSpPr txBox="1"/>
          <p:nvPr/>
        </p:nvSpPr>
        <p:spPr>
          <a:xfrm>
            <a:off x="1777620" y="4430982"/>
            <a:ext cx="771502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b="1" dirty="0">
                <a:solidFill>
                  <a:srgbClr val="D8C4A5"/>
                </a:solidFill>
                <a:latin typeface="GOTHAM-BOOK"/>
                <a:ea typeface="Noto Serif"/>
                <a:cs typeface="Noto Serif"/>
              </a:rPr>
              <a:t>06</a:t>
            </a:r>
            <a:endParaRPr lang="id-ID" sz="3200" b="1" dirty="0">
              <a:solidFill>
                <a:srgbClr val="D8C4A5"/>
              </a:solidFill>
              <a:latin typeface="GOTHAM-BOOK" panose="02000504050000020004" pitchFamily="2" charset="0"/>
              <a:ea typeface="Noto Serif" panose="02020600060500020200" pitchFamily="18" charset="0"/>
              <a:cs typeface="Noto Serif" panose="020206000605000202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770670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4" grpId="0"/>
      <p:bldP spid="5" grpId="0"/>
      <p:bldP spid="6" grpId="0"/>
      <p:bldP spid="10" grpId="0"/>
      <p:bldP spid="2" grpId="0"/>
      <p:bldP spid="24" grpId="0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96343-A4A6-941D-776C-E029CCE06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F20DDD78-5C2D-EF81-FB4D-6A8F23414A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2842953" y="2842952"/>
            <a:ext cx="6858000" cy="117209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BAED64E-B373-0B6D-7944-CC2B18AFDD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7271" y="259981"/>
            <a:ext cx="994734" cy="466849"/>
          </a:xfrm>
          <a:prstGeom prst="rect">
            <a:avLst/>
          </a:prstGeom>
        </p:spPr>
      </p:pic>
      <p:sp>
        <p:nvSpPr>
          <p:cNvPr id="2" name="Marcador de posición de imagen 1">
            <a:extLst>
              <a:ext uri="{FF2B5EF4-FFF2-40B4-BE49-F238E27FC236}">
                <a16:creationId xmlns:a16="http://schemas.microsoft.com/office/drawing/2014/main" id="{EDF32266-C62C-C635-E328-6446CC8FB62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61657" y="86439"/>
            <a:ext cx="3448188" cy="129486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MX" sz="3200" b="1" u="sng" dirty="0">
                <a:solidFill>
                  <a:srgbClr val="8A2035"/>
                </a:solidFill>
                <a:latin typeface="Gotham Book" pitchFamily="50" charset="0"/>
              </a:rPr>
              <a:t>EJEMPLO DEL DOCUMENTO 1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757D576-CB25-BE0F-BDA4-48C8C665D42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170" t="21037" r="35304" b="12903"/>
          <a:stretch>
            <a:fillRect/>
          </a:stretch>
        </p:blipFill>
        <p:spPr>
          <a:xfrm>
            <a:off x="1492685" y="970767"/>
            <a:ext cx="9630293" cy="5803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643419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F94D9-9E5A-902E-8657-A34F8B936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1E92DAEA-A872-B8CA-08E6-9E93D727D0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2842953" y="2842952"/>
            <a:ext cx="6858000" cy="117209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0A22F96-CF40-9222-DE65-53876351F5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7271" y="259981"/>
            <a:ext cx="994734" cy="466849"/>
          </a:xfrm>
          <a:prstGeom prst="rect">
            <a:avLst/>
          </a:prstGeom>
        </p:spPr>
      </p:pic>
      <p:sp>
        <p:nvSpPr>
          <p:cNvPr id="2" name="Marcador de posición de imagen 1">
            <a:extLst>
              <a:ext uri="{FF2B5EF4-FFF2-40B4-BE49-F238E27FC236}">
                <a16:creationId xmlns:a16="http://schemas.microsoft.com/office/drawing/2014/main" id="{9D60A893-845F-4815-3441-B1B5B4B01B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5742" y="1130709"/>
            <a:ext cx="5417574" cy="4286866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s-MX" sz="2600" b="1" u="sng" dirty="0">
                <a:solidFill>
                  <a:srgbClr val="8A2035"/>
                </a:solidFill>
                <a:latin typeface="Gotham Book" pitchFamily="50" charset="0"/>
              </a:rPr>
              <a:t>NUEVO INGRESO</a:t>
            </a:r>
          </a:p>
          <a:p>
            <a:pPr marL="0" indent="0" algn="ctr">
              <a:buNone/>
            </a:pPr>
            <a:endParaRPr lang="es-MX" sz="3300" b="1" u="sng" dirty="0">
              <a:solidFill>
                <a:srgbClr val="8A2035"/>
              </a:solidFill>
              <a:latin typeface="Gotham Book" pitchFamily="50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s-MX" sz="2400" b="1" dirty="0">
                <a:solidFill>
                  <a:srgbClr val="8A2035"/>
                </a:solidFill>
                <a:latin typeface="Gotham Light"/>
              </a:rPr>
              <a:t>04, 05, 06, 07 y 08 de agosto </a:t>
            </a:r>
            <a:r>
              <a:rPr lang="es-MX" sz="2400" dirty="0">
                <a:latin typeface="Gotham Light"/>
              </a:rPr>
              <a:t>= Elaboración de cartas de presentación y convenio individual de aprendizaje</a:t>
            </a:r>
            <a:br>
              <a:rPr lang="es-MX" sz="3600" dirty="0">
                <a:latin typeface="Gotham Light" pitchFamily="50" charset="0"/>
              </a:rPr>
            </a:br>
            <a:r>
              <a:rPr lang="es-MX" sz="1700" i="1" dirty="0">
                <a:latin typeface="Gotham Light"/>
              </a:rPr>
              <a:t>(Acudir a Dirección Académica con el formato de "Autorización y Asignaciones Académicas" , </a:t>
            </a:r>
            <a:r>
              <a:rPr lang="es-MX" sz="1700" i="1" dirty="0" err="1">
                <a:latin typeface="Gotham Light"/>
              </a:rPr>
              <a:t>cardex</a:t>
            </a:r>
            <a:r>
              <a:rPr lang="es-MX" sz="1700" i="1" dirty="0">
                <a:latin typeface="Gotham Light"/>
              </a:rPr>
              <a:t> y carta compromiso.)</a:t>
            </a:r>
            <a:endParaRPr lang="es-MX" sz="1700" i="1" dirty="0">
              <a:solidFill>
                <a:srgbClr val="000000"/>
              </a:solidFill>
              <a:latin typeface="Gotham Light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s-MX" sz="2400" b="1" dirty="0">
                <a:solidFill>
                  <a:srgbClr val="8A2035"/>
                </a:solidFill>
                <a:latin typeface="Gotham Light"/>
              </a:rPr>
              <a:t>04, 05, 06, 07 y 08 de agosto </a:t>
            </a:r>
            <a:r>
              <a:rPr lang="es-MX" sz="2400" dirty="0">
                <a:latin typeface="Gotham Light"/>
              </a:rPr>
              <a:t>= Realización de Pruebas Psicométricas </a:t>
            </a:r>
            <a:r>
              <a:rPr lang="es-MX" sz="1700" i="1" dirty="0">
                <a:latin typeface="Gotham Light"/>
              </a:rPr>
              <a:t>(Departamento de Desarrollo Académico)</a:t>
            </a:r>
            <a:endParaRPr lang="es-MX"/>
          </a:p>
          <a:p>
            <a:pPr algn="just">
              <a:buFont typeface="Wingdings" panose="05000000000000000000" pitchFamily="2" charset="2"/>
              <a:buChar char="Ø"/>
            </a:pPr>
            <a:r>
              <a:rPr lang="es-MX" sz="2200" b="1" dirty="0">
                <a:solidFill>
                  <a:srgbClr val="8A2035"/>
                </a:solidFill>
                <a:latin typeface="Gotham Light"/>
              </a:rPr>
              <a:t>18 al 22 de agosto </a:t>
            </a:r>
            <a:r>
              <a:rPr lang="es-MX" sz="2200" dirty="0">
                <a:latin typeface="Gotham Light"/>
              </a:rPr>
              <a:t>= Registro en el código QR indicado y entrega de expediente físico completo.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E3E2253-80C3-B7C2-E891-F42DBC09079E}"/>
              </a:ext>
            </a:extLst>
          </p:cNvPr>
          <p:cNvSpPr txBox="1"/>
          <p:nvPr/>
        </p:nvSpPr>
        <p:spPr>
          <a:xfrm>
            <a:off x="6469626" y="1130709"/>
            <a:ext cx="5555226" cy="370870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 algn="ctr">
              <a:buNone/>
            </a:pPr>
            <a:r>
              <a:rPr lang="es-MX" sz="2400" b="1" u="sng" dirty="0">
                <a:solidFill>
                  <a:srgbClr val="8A2035"/>
                </a:solidFill>
                <a:latin typeface="Gotham Book" pitchFamily="50" charset="0"/>
              </a:rPr>
              <a:t>RENOVACIÓN</a:t>
            </a:r>
          </a:p>
          <a:p>
            <a:pPr marL="0" indent="0" algn="ctr">
              <a:buNone/>
            </a:pPr>
            <a:endParaRPr lang="es-MX" sz="3100" u="sng" dirty="0">
              <a:solidFill>
                <a:srgbClr val="8A2035"/>
              </a:solidFill>
              <a:latin typeface="Gotham Book" pitchFamily="50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s-MX" sz="2200" b="1" dirty="0">
                <a:solidFill>
                  <a:srgbClr val="8A2035"/>
                </a:solidFill>
                <a:latin typeface="Gotham Light"/>
              </a:rPr>
              <a:t>11, 12, 13, 14 y 15 de agosto </a:t>
            </a:r>
            <a:r>
              <a:rPr lang="es-MX" sz="2200" dirty="0">
                <a:latin typeface="Gotham Light"/>
              </a:rPr>
              <a:t>= Elaboración de cartas de presentación y convenio individual de aprendizaje.</a:t>
            </a:r>
            <a:br>
              <a:rPr lang="es-MX" sz="2200" dirty="0">
                <a:latin typeface="Gotham Light" pitchFamily="50" charset="0"/>
              </a:rPr>
            </a:br>
            <a:r>
              <a:rPr lang="es-MX" sz="1600" i="1" dirty="0">
                <a:latin typeface="Gotham Light"/>
              </a:rPr>
              <a:t>(Acudir a Dirección Académica con los formatos </a:t>
            </a:r>
            <a:r>
              <a:rPr lang="es-MX" sz="1600" i="1">
                <a:latin typeface="Gotham Light"/>
              </a:rPr>
              <a:t>PRO-009-01 y PRO-009-03 </a:t>
            </a:r>
            <a:r>
              <a:rPr lang="es-MX" sz="1600" i="1" dirty="0">
                <a:latin typeface="Gotham Light"/>
              </a:rPr>
              <a:t>mencionados en la diapositiva no. 6)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s-MX" sz="2200" b="1" dirty="0">
                <a:solidFill>
                  <a:srgbClr val="8A2035"/>
                </a:solidFill>
                <a:latin typeface="Gotham Light"/>
              </a:rPr>
              <a:t>18 al 22 de agosto </a:t>
            </a:r>
            <a:r>
              <a:rPr lang="es-MX" sz="2200" dirty="0">
                <a:latin typeface="Gotham Light"/>
              </a:rPr>
              <a:t>= Registro en el código QR indicado y entrega de expediente físico completo.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11578CD-94B0-CF9A-4FEF-2612D71A98C5}"/>
              </a:ext>
            </a:extLst>
          </p:cNvPr>
          <p:cNvSpPr txBox="1"/>
          <p:nvPr/>
        </p:nvSpPr>
        <p:spPr>
          <a:xfrm>
            <a:off x="4159046" y="259981"/>
            <a:ext cx="45130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u="sng" dirty="0">
                <a:solidFill>
                  <a:srgbClr val="8A2035"/>
                </a:solidFill>
                <a:latin typeface="Gotham Book" pitchFamily="50" charset="0"/>
              </a:rPr>
              <a:t>FECHAS DE TRÁMITE </a:t>
            </a:r>
            <a:endParaRPr lang="es-MX" sz="2800" dirty="0"/>
          </a:p>
        </p:txBody>
      </p:sp>
      <p:sp>
        <p:nvSpPr>
          <p:cNvPr id="10" name="Marcador de contenido 3">
            <a:extLst>
              <a:ext uri="{FF2B5EF4-FFF2-40B4-BE49-F238E27FC236}">
                <a16:creationId xmlns:a16="http://schemas.microsoft.com/office/drawing/2014/main" id="{5976BAB2-CE41-7494-3B8F-4337EACE32A2}"/>
              </a:ext>
            </a:extLst>
          </p:cNvPr>
          <p:cNvSpPr txBox="1">
            <a:spLocks/>
          </p:cNvSpPr>
          <p:nvPr/>
        </p:nvSpPr>
        <p:spPr>
          <a:xfrm>
            <a:off x="2065028" y="5642398"/>
            <a:ext cx="8701042" cy="99077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MX" dirty="0">
                <a:solidFill>
                  <a:srgbClr val="8A2035"/>
                </a:solidFill>
              </a:rPr>
              <a:t>NOTA: Es importante que se respeten las fechas indicadas, ya que son ÚNICAS sin excepción alguna así como los horarios de atención estipulados en las oficinas de Dirección Académica.</a:t>
            </a:r>
          </a:p>
        </p:txBody>
      </p:sp>
    </p:spTree>
    <p:extLst>
      <p:ext uri="{BB962C8B-B14F-4D97-AF65-F5344CB8AC3E}">
        <p14:creationId xmlns:p14="http://schemas.microsoft.com/office/powerpoint/2010/main" val="3186990919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B7DC6-D981-72F7-DB95-47A548B2E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54BFDCF-96EB-F1E8-AD8C-E8487C5057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2842953" y="2842952"/>
            <a:ext cx="6858000" cy="117209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58A648C-5081-90D1-FF99-3D556E872C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7271" y="259981"/>
            <a:ext cx="994734" cy="466849"/>
          </a:xfrm>
          <a:prstGeom prst="rect">
            <a:avLst/>
          </a:prstGeom>
        </p:spPr>
      </p:pic>
      <p:sp>
        <p:nvSpPr>
          <p:cNvPr id="2" name="Marcador de posición de imagen 1">
            <a:extLst>
              <a:ext uri="{FF2B5EF4-FFF2-40B4-BE49-F238E27FC236}">
                <a16:creationId xmlns:a16="http://schemas.microsoft.com/office/drawing/2014/main" id="{1A45F4C9-9B3A-8176-D631-C592CA92BE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86943" y="1112602"/>
            <a:ext cx="9930328" cy="11507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MX" sz="3200" b="1" dirty="0">
                <a:latin typeface="Gotham Light"/>
              </a:rPr>
              <a:t>01 de septiembre de 2025 al </a:t>
            </a:r>
          </a:p>
          <a:p>
            <a:pPr marL="0" indent="0" algn="ctr">
              <a:buNone/>
            </a:pPr>
            <a:r>
              <a:rPr lang="es-MX" sz="3200" b="1" dirty="0">
                <a:latin typeface="Gotham Light"/>
              </a:rPr>
              <a:t>25 de enero de 2026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74AAD63-306C-E310-95EE-36E1715B8619}"/>
              </a:ext>
            </a:extLst>
          </p:cNvPr>
          <p:cNvSpPr txBox="1"/>
          <p:nvPr/>
        </p:nvSpPr>
        <p:spPr>
          <a:xfrm>
            <a:off x="2534971" y="259981"/>
            <a:ext cx="66724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u="sng" dirty="0">
                <a:solidFill>
                  <a:srgbClr val="8A2035"/>
                </a:solidFill>
                <a:latin typeface="Gotham Book" pitchFamily="50" charset="0"/>
              </a:rPr>
              <a:t>PERIODO MODELO DUAL 2025-2</a:t>
            </a:r>
            <a:endParaRPr lang="es-MX" sz="2800" dirty="0"/>
          </a:p>
        </p:txBody>
      </p:sp>
      <p:sp>
        <p:nvSpPr>
          <p:cNvPr id="10" name="Marcador de contenido 3">
            <a:extLst>
              <a:ext uri="{FF2B5EF4-FFF2-40B4-BE49-F238E27FC236}">
                <a16:creationId xmlns:a16="http://schemas.microsoft.com/office/drawing/2014/main" id="{DB1F0719-964B-2C94-B1D3-40259D2CDAE8}"/>
              </a:ext>
            </a:extLst>
          </p:cNvPr>
          <p:cNvSpPr txBox="1">
            <a:spLocks/>
          </p:cNvSpPr>
          <p:nvPr/>
        </p:nvSpPr>
        <p:spPr>
          <a:xfrm>
            <a:off x="2286417" y="3610457"/>
            <a:ext cx="6812315" cy="99077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s-MX" sz="2400" b="1" dirty="0">
                <a:solidFill>
                  <a:srgbClr val="8A2035"/>
                </a:solidFill>
                <a:latin typeface="Gotham Book" pitchFamily="50" charset="0"/>
              </a:rPr>
              <a:t>MARTES Y VIERNES:</a:t>
            </a:r>
            <a:r>
              <a:rPr lang="es-MX" sz="2400" b="1" dirty="0">
                <a:latin typeface="Gotham Book" pitchFamily="50" charset="0"/>
              </a:rPr>
              <a:t> </a:t>
            </a:r>
            <a:r>
              <a:rPr lang="es-MX" sz="2400" b="1" u="sng" dirty="0">
                <a:latin typeface="Gotham Book" pitchFamily="50" charset="0"/>
              </a:rPr>
              <a:t>09:30 a 14:00 horas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MX" sz="2400" b="1" dirty="0">
                <a:solidFill>
                  <a:srgbClr val="8A2035"/>
                </a:solidFill>
                <a:latin typeface="Gotham Book" pitchFamily="50" charset="0"/>
              </a:rPr>
              <a:t>MIÉRCOLES Y JUEVES: </a:t>
            </a:r>
            <a:r>
              <a:rPr lang="es-MX" sz="2400" b="1" u="sng" dirty="0">
                <a:latin typeface="Gotham Book" pitchFamily="50" charset="0"/>
              </a:rPr>
              <a:t>15:00 a 17:45 horas</a:t>
            </a:r>
          </a:p>
        </p:txBody>
      </p:sp>
      <p:sp>
        <p:nvSpPr>
          <p:cNvPr id="3" name="Marcador de contenido 3">
            <a:extLst>
              <a:ext uri="{FF2B5EF4-FFF2-40B4-BE49-F238E27FC236}">
                <a16:creationId xmlns:a16="http://schemas.microsoft.com/office/drawing/2014/main" id="{7D4E8988-1FA4-C824-EB1D-F237AF5A406E}"/>
              </a:ext>
            </a:extLst>
          </p:cNvPr>
          <p:cNvSpPr txBox="1">
            <a:spLocks/>
          </p:cNvSpPr>
          <p:nvPr/>
        </p:nvSpPr>
        <p:spPr>
          <a:xfrm>
            <a:off x="1657947" y="2953867"/>
            <a:ext cx="5023835" cy="60169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MX" sz="2800" dirty="0">
                <a:solidFill>
                  <a:srgbClr val="8A2035"/>
                </a:solidFill>
                <a:latin typeface="Gotham" panose="02000604040000020004" pitchFamily="2" charset="0"/>
              </a:rPr>
              <a:t>HORARIO DE ATENCIÓN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s-MX" dirty="0">
              <a:solidFill>
                <a:srgbClr val="8A2035"/>
              </a:solidFill>
              <a:latin typeface="Gotham" panose="0200060404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7534856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3E5F5-54B1-A68F-02DB-49CF3376C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DF9B200C-085D-0FCF-462F-01AD27C95F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2842953" y="2842952"/>
            <a:ext cx="6858000" cy="117209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079851B-CDB1-7ACD-AC6F-90F9857E45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7271" y="259981"/>
            <a:ext cx="994734" cy="466849"/>
          </a:xfrm>
          <a:prstGeom prst="rect">
            <a:avLst/>
          </a:prstGeom>
        </p:spPr>
      </p:pic>
      <p:sp>
        <p:nvSpPr>
          <p:cNvPr id="2" name="Marcador de posición de imagen 1">
            <a:extLst>
              <a:ext uri="{FF2B5EF4-FFF2-40B4-BE49-F238E27FC236}">
                <a16:creationId xmlns:a16="http://schemas.microsoft.com/office/drawing/2014/main" id="{20842AF3-AAD3-561A-0DD1-FED14690B2C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73773" y="3080578"/>
            <a:ext cx="3448188" cy="69684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MX" sz="3200" b="1" u="sng" dirty="0">
                <a:solidFill>
                  <a:srgbClr val="8A2035"/>
                </a:solidFill>
                <a:latin typeface="Gotham Book" pitchFamily="50" charset="0"/>
              </a:rPr>
              <a:t>INFORMES</a:t>
            </a:r>
          </a:p>
        </p:txBody>
      </p:sp>
      <p:pic>
        <p:nvPicPr>
          <p:cNvPr id="4" name="Gráfico 3" descr="Trabajadora de oficina con relleno sólido">
            <a:extLst>
              <a:ext uri="{FF2B5EF4-FFF2-40B4-BE49-F238E27FC236}">
                <a16:creationId xmlns:a16="http://schemas.microsoft.com/office/drawing/2014/main" id="{86C8B076-C974-C588-B63F-7ABC465DE3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49492" y="1432395"/>
            <a:ext cx="1130385" cy="1130385"/>
          </a:xfrm>
          <a:prstGeom prst="rect">
            <a:avLst/>
          </a:prstGeom>
        </p:spPr>
      </p:pic>
      <p:pic>
        <p:nvPicPr>
          <p:cNvPr id="5" name="Gráfico 4" descr="Correo electrónico con relleno sólido">
            <a:extLst>
              <a:ext uri="{FF2B5EF4-FFF2-40B4-BE49-F238E27FC236}">
                <a16:creationId xmlns:a16="http://schemas.microsoft.com/office/drawing/2014/main" id="{3A660002-2AFC-631B-3868-8E6DA1023C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49492" y="2645495"/>
            <a:ext cx="1130385" cy="1130385"/>
          </a:xfrm>
          <a:prstGeom prst="rect">
            <a:avLst/>
          </a:prstGeom>
        </p:spPr>
      </p:pic>
      <p:pic>
        <p:nvPicPr>
          <p:cNvPr id="6" name="Gráfico 5" descr="Centro de llamadas con relleno sólido">
            <a:extLst>
              <a:ext uri="{FF2B5EF4-FFF2-40B4-BE49-F238E27FC236}">
                <a16:creationId xmlns:a16="http://schemas.microsoft.com/office/drawing/2014/main" id="{B96B17F4-35B7-0839-4B6D-90A6604EA82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49491" y="3793501"/>
            <a:ext cx="1130385" cy="1130385"/>
          </a:xfrm>
          <a:prstGeom prst="rect">
            <a:avLst/>
          </a:prstGeom>
        </p:spPr>
      </p:pic>
      <p:sp>
        <p:nvSpPr>
          <p:cNvPr id="9" name="Marcador de contenido 5">
            <a:extLst>
              <a:ext uri="{FF2B5EF4-FFF2-40B4-BE49-F238E27FC236}">
                <a16:creationId xmlns:a16="http://schemas.microsoft.com/office/drawing/2014/main" id="{3E7B79D0-99EA-11B2-32FD-B35079B37C25}"/>
              </a:ext>
            </a:extLst>
          </p:cNvPr>
          <p:cNvSpPr txBox="1">
            <a:spLocks/>
          </p:cNvSpPr>
          <p:nvPr/>
        </p:nvSpPr>
        <p:spPr>
          <a:xfrm>
            <a:off x="5679876" y="1758762"/>
            <a:ext cx="6204598" cy="32458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dirty="0">
                <a:latin typeface="Gotham Light" pitchFamily="50" charset="0"/>
              </a:rPr>
              <a:t>Oficinas de Dirección Académica.</a:t>
            </a:r>
            <a:br>
              <a:rPr lang="es-MX" dirty="0">
                <a:latin typeface="Gotham Light" pitchFamily="50" charset="0"/>
              </a:rPr>
            </a:br>
            <a:r>
              <a:rPr lang="es-MX" sz="1200" dirty="0">
                <a:latin typeface="Gotham Light" pitchFamily="50" charset="0"/>
              </a:rPr>
              <a:t>(Edificio H, planta alta lado derecho)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MX" sz="1200" dirty="0">
              <a:latin typeface="Gotham Light" pitchFamily="50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s-MX" sz="1200" dirty="0">
              <a:latin typeface="Gotham Light" pitchFamily="50" charset="0"/>
              <a:hlinkClick r:id="rId1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s-MX" dirty="0">
                <a:latin typeface="Gotham Light" pitchFamily="50" charset="0"/>
                <a:hlinkClick r:id="rId10"/>
              </a:rPr>
              <a:t>sistema_dual@teschi.edu.mx</a:t>
            </a:r>
            <a:endParaRPr lang="es-MX" dirty="0">
              <a:latin typeface="Gotham Light" pitchFamily="50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s-MX" sz="2200" dirty="0">
              <a:latin typeface="Gotham Light" pitchFamily="50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br>
              <a:rPr lang="es-MX" sz="2200" dirty="0">
                <a:latin typeface="Gotham Light" pitchFamily="50" charset="0"/>
              </a:rPr>
            </a:br>
            <a:r>
              <a:rPr lang="es-MX" dirty="0">
                <a:latin typeface="Gotham Light" pitchFamily="50" charset="0"/>
              </a:rPr>
              <a:t>55 58527426 ext. 301 y 300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66907232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8079028-9BB3-714E-B109-B45AA6FEBD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0426" y="2041890"/>
            <a:ext cx="5911148" cy="277422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779B824-5179-CE42-871D-5222F5A0BF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10300"/>
            <a:ext cx="12192000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462141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Tema1Gobierno">
  <a:themeElements>
    <a:clrScheme name="Kuning Full">
      <a:dk1>
        <a:sysClr val="windowText" lastClr="000000"/>
      </a:dk1>
      <a:lt1>
        <a:sysClr val="window" lastClr="FFFFFF"/>
      </a:lt1>
      <a:dk2>
        <a:srgbClr val="44546A"/>
      </a:dk2>
      <a:lt2>
        <a:srgbClr val="FFFFFF"/>
      </a:lt2>
      <a:accent1>
        <a:srgbClr val="FFC000"/>
      </a:accent1>
      <a:accent2>
        <a:srgbClr val="FF9900"/>
      </a:accent2>
      <a:accent3>
        <a:srgbClr val="FFC000"/>
      </a:accent3>
      <a:accent4>
        <a:srgbClr val="FF9900"/>
      </a:accent4>
      <a:accent5>
        <a:srgbClr val="FFC000"/>
      </a:accent5>
      <a:accent6>
        <a:srgbClr val="FF9900"/>
      </a:accent6>
      <a:hlink>
        <a:srgbClr val="0088B8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1Gobierno" id="{10F3812B-25B4-457E-933C-07F6DF28C372}" vid="{350EEBA5-0115-46CB-AA24-F4137B05BD6B}"/>
    </a:ext>
  </a:extLst>
</a:theme>
</file>

<file path=ppt/theme/theme2.xml><?xml version="1.0" encoding="utf-8"?>
<a:theme xmlns:a="http://schemas.openxmlformats.org/drawingml/2006/main" name="Office Theme">
  <a:themeElements>
    <a:clrScheme name="Kuning Full">
      <a:dk1>
        <a:sysClr val="windowText" lastClr="000000"/>
      </a:dk1>
      <a:lt1>
        <a:sysClr val="window" lastClr="FFFFFF"/>
      </a:lt1>
      <a:dk2>
        <a:srgbClr val="44546A"/>
      </a:dk2>
      <a:lt2>
        <a:srgbClr val="FFFFFF"/>
      </a:lt2>
      <a:accent1>
        <a:srgbClr val="FFC000"/>
      </a:accent1>
      <a:accent2>
        <a:srgbClr val="FF9900"/>
      </a:accent2>
      <a:accent3>
        <a:srgbClr val="FFC000"/>
      </a:accent3>
      <a:accent4>
        <a:srgbClr val="FF9900"/>
      </a:accent4>
      <a:accent5>
        <a:srgbClr val="FFC000"/>
      </a:accent5>
      <a:accent6>
        <a:srgbClr val="FF9900"/>
      </a:accent6>
      <a:hlink>
        <a:srgbClr val="0088B8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Tema1Gobierno</Template>
  <TotalTime>517</TotalTime>
  <Words>848</Words>
  <Application>Microsoft Office PowerPoint</Application>
  <PresentationFormat>Panorámica</PresentationFormat>
  <Paragraphs>95</Paragraphs>
  <Slides>11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diapositiva</vt:lpstr>
      </vt:variant>
      <vt:variant>
        <vt:i4>11</vt:i4>
      </vt:variant>
    </vt:vector>
  </HeadingPairs>
  <TitlesOfParts>
    <vt:vector size="13" baseType="lpstr">
      <vt:lpstr>Tema1Gobierno</vt:lpstr>
      <vt:lpstr>Office Theme</vt:lpstr>
      <vt:lpstr>Presentación de PowerPoint</vt:lpstr>
      <vt:lpstr>REQUISITOS OBLIGATORIOS</vt:lpstr>
      <vt:lpstr>DOCUMENTACIÓN FÍSICA</vt:lpstr>
      <vt:lpstr>DOCUMENTACIÓN FÍSICA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direccion academica</dc:creator>
  <cp:lastModifiedBy>Kevin Sanchez</cp:lastModifiedBy>
  <cp:revision>148</cp:revision>
  <dcterms:created xsi:type="dcterms:W3CDTF">2025-01-08T19:04:18Z</dcterms:created>
  <dcterms:modified xsi:type="dcterms:W3CDTF">2025-12-03T06:11:18Z</dcterms:modified>
</cp:coreProperties>
</file>